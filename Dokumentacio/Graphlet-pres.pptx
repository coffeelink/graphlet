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omments/modernComment_106_D1F6179F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1" r:id="rId6"/>
    <p:sldId id="262" r:id="rId7"/>
    <p:sldId id="263" r:id="rId8"/>
    <p:sldId id="257" r:id="rId9"/>
    <p:sldId id="258" r:id="rId10"/>
    <p:sldId id="259" r:id="rId11"/>
    <p:sldId id="260" r:id="rId12"/>
    <p:sldId id="266" r:id="rId13"/>
    <p:sldId id="265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15D433-502E-F401-70FB-A52E7607EE04}" name="Fekete Zsombor" initials="ZF" userId="S::fekete.zsombor_2021d@bolyai-szakkozep.hu::8f8d267e-e676-45bd-9bf2-32fe1a65d0b2" providerId="AD"/>
  <p188:author id="{2729449E-88D4-AB5A-A63D-8283D355D74A}" name="Vendégfelhasználó" initials="Ve" userId="S::urn:spo:tenantanon#05b91998-ecda-4ae1-9e83-9bc5d7977c89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80DDC-9CC4-985E-6221-1C56D39305D1}" v="2" dt="2026-04-16T06:39:37.979"/>
    <p1510:client id="{AD73EA1D-486A-6A50-DC18-804AD4A72BBD}" v="132" dt="2026-04-16T06:46:16.148"/>
    <p1510:client id="{F76A8E8F-136E-4577-898F-F4743EB27A2E}" v="964" dt="2026-04-16T15:20:29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555" autoAdjust="0"/>
  </p:normalViewPr>
  <p:slideViewPr>
    <p:cSldViewPr snapToGrid="0">
      <p:cViewPr varScale="1">
        <p:scale>
          <a:sx n="63" d="100"/>
          <a:sy n="63" d="100"/>
        </p:scale>
        <p:origin x="14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modernComment_106_D1F617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F55DF1-C386-4B2A-8854-995CDAA2AF71}" authorId="{2729449E-88D4-AB5A-A63D-8283D355D74A}" created="2026-04-16T06:39:37.979">
    <pc:sldMkLst xmlns:pc="http://schemas.microsoft.com/office/powerpoint/2013/main/command">
      <pc:docMk/>
      <pc:sldMk cId="3522566047" sldId="262"/>
    </pc:sldMkLst>
    <p188:replyLst>
      <p188:reply id="{24E9A558-E650-49BD-BA85-B308EA9E668C}" authorId="{9C15D433-502E-F401-70FB-A52E7607EE04}" created="2026-04-16T08:41:22.625">
        <p188:txBody>
          <a:bodyPr/>
          <a:lstStyle/>
          <a:p>
            <a:r>
              <a:rPr lang="hu-HU"/>
              <a:t>Már nem számít</a:t>
            </a:r>
          </a:p>
        </p188:txBody>
      </p188:reply>
    </p188:replyLst>
    <p188:txBody>
      <a:bodyPr/>
      <a:lstStyle/>
      <a:p>
        <a:r>
          <a:rPr lang="hu-HU"/>
          <a:t>fidesz sarga xdddd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4-16T08:50:25.771" authorId="{9C15D433-502E-F401-70FB-A52E7607EE04}"/>
          </p223:rxn>
        </p223:reaction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BC706A-6556-45A8-A898-A6B7F4D4701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F33DA6-FB81-4882-9773-75BC321B04E6}">
      <dgm:prSet/>
      <dgm:spPr/>
      <dgm:t>
        <a:bodyPr/>
        <a:lstStyle/>
        <a:p>
          <a:r>
            <a:rPr lang="hu-HU"/>
            <a:t>Graphlet – mi ez?</a:t>
          </a:r>
          <a:endParaRPr lang="en-US"/>
        </a:p>
      </dgm:t>
    </dgm:pt>
    <dgm:pt modelId="{15263241-752F-459C-A879-F48CFC7925C9}" type="parTrans" cxnId="{97CC84DC-F493-4BC2-A42E-EA6BBA62CF1E}">
      <dgm:prSet/>
      <dgm:spPr/>
      <dgm:t>
        <a:bodyPr/>
        <a:lstStyle/>
        <a:p>
          <a:endParaRPr lang="en-US"/>
        </a:p>
      </dgm:t>
    </dgm:pt>
    <dgm:pt modelId="{E2126821-6767-495F-A229-020A205EC640}" type="sibTrans" cxnId="{97CC84DC-F493-4BC2-A42E-EA6BBA62CF1E}">
      <dgm:prSet/>
      <dgm:spPr/>
      <dgm:t>
        <a:bodyPr/>
        <a:lstStyle/>
        <a:p>
          <a:endParaRPr lang="en-US"/>
        </a:p>
      </dgm:t>
    </dgm:pt>
    <dgm:pt modelId="{7836E10A-4CA7-4A72-93D0-1B7CC61C8962}">
      <dgm:prSet/>
      <dgm:spPr/>
      <dgm:t>
        <a:bodyPr/>
        <a:lstStyle/>
        <a:p>
          <a:r>
            <a:rPr lang="hu-HU"/>
            <a:t>Miért ilyet?</a:t>
          </a:r>
          <a:endParaRPr lang="en-US"/>
        </a:p>
      </dgm:t>
    </dgm:pt>
    <dgm:pt modelId="{FE223724-4BB0-421B-8393-DC87D7FCAD8B}" type="parTrans" cxnId="{023DC303-BCE1-4912-8112-8E868EA77CB7}">
      <dgm:prSet/>
      <dgm:spPr/>
      <dgm:t>
        <a:bodyPr/>
        <a:lstStyle/>
        <a:p>
          <a:endParaRPr lang="en-US"/>
        </a:p>
      </dgm:t>
    </dgm:pt>
    <dgm:pt modelId="{921937B8-2C20-413E-9A03-56B82B48FF20}" type="sibTrans" cxnId="{023DC303-BCE1-4912-8112-8E868EA77CB7}">
      <dgm:prSet/>
      <dgm:spPr/>
      <dgm:t>
        <a:bodyPr/>
        <a:lstStyle/>
        <a:p>
          <a:endParaRPr lang="en-US"/>
        </a:p>
      </dgm:t>
    </dgm:pt>
    <dgm:pt modelId="{9FE11EF9-4EEC-491F-A2F8-D608AD83B713}">
      <dgm:prSet/>
      <dgm:spPr/>
      <dgm:t>
        <a:bodyPr/>
        <a:lstStyle/>
        <a:p>
          <a:r>
            <a:rPr lang="hu-HU"/>
            <a:t>Motiváló tényezők</a:t>
          </a:r>
          <a:endParaRPr lang="en-US"/>
        </a:p>
      </dgm:t>
    </dgm:pt>
    <dgm:pt modelId="{F3E1F2C9-F2C6-4E57-980B-9DF3FB67F4FD}" type="parTrans" cxnId="{FD596ED2-9208-420A-A338-CD9D8039165D}">
      <dgm:prSet/>
      <dgm:spPr/>
      <dgm:t>
        <a:bodyPr/>
        <a:lstStyle/>
        <a:p>
          <a:endParaRPr lang="en-US"/>
        </a:p>
      </dgm:t>
    </dgm:pt>
    <dgm:pt modelId="{BF2790C9-9DDC-4B6E-99DB-8F03A2171B26}" type="sibTrans" cxnId="{FD596ED2-9208-420A-A338-CD9D8039165D}">
      <dgm:prSet/>
      <dgm:spPr/>
      <dgm:t>
        <a:bodyPr/>
        <a:lstStyle/>
        <a:p>
          <a:endParaRPr lang="en-US"/>
        </a:p>
      </dgm:t>
    </dgm:pt>
    <dgm:pt modelId="{ABC8AFBB-7D5D-46E3-BDD9-FCC23092F943}" type="pres">
      <dgm:prSet presAssocID="{B0BC706A-6556-45A8-A898-A6B7F4D470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6CCE7F-F53C-451C-9C32-86B2F584AAC0}" type="pres">
      <dgm:prSet presAssocID="{0DF33DA6-FB81-4882-9773-75BC321B04E6}" presName="hierRoot1" presStyleCnt="0"/>
      <dgm:spPr/>
    </dgm:pt>
    <dgm:pt modelId="{A75D4069-B2E4-44F4-A579-FE611D13D3D4}" type="pres">
      <dgm:prSet presAssocID="{0DF33DA6-FB81-4882-9773-75BC321B04E6}" presName="composite" presStyleCnt="0"/>
      <dgm:spPr/>
    </dgm:pt>
    <dgm:pt modelId="{29BA83B6-9995-4B26-B38D-E5E8055D20E1}" type="pres">
      <dgm:prSet presAssocID="{0DF33DA6-FB81-4882-9773-75BC321B04E6}" presName="background" presStyleLbl="node0" presStyleIdx="0" presStyleCnt="3"/>
      <dgm:spPr/>
    </dgm:pt>
    <dgm:pt modelId="{C81270FB-4338-4E25-9427-D2E141A86D3A}" type="pres">
      <dgm:prSet presAssocID="{0DF33DA6-FB81-4882-9773-75BC321B04E6}" presName="text" presStyleLbl="fgAcc0" presStyleIdx="0" presStyleCnt="3">
        <dgm:presLayoutVars>
          <dgm:chPref val="3"/>
        </dgm:presLayoutVars>
      </dgm:prSet>
      <dgm:spPr/>
    </dgm:pt>
    <dgm:pt modelId="{C7875743-FFF3-4372-839A-ACEB7996FF48}" type="pres">
      <dgm:prSet presAssocID="{0DF33DA6-FB81-4882-9773-75BC321B04E6}" presName="hierChild2" presStyleCnt="0"/>
      <dgm:spPr/>
    </dgm:pt>
    <dgm:pt modelId="{0476B0A5-DECB-4335-ADC9-ABDE19084D5C}" type="pres">
      <dgm:prSet presAssocID="{7836E10A-4CA7-4A72-93D0-1B7CC61C8962}" presName="hierRoot1" presStyleCnt="0"/>
      <dgm:spPr/>
    </dgm:pt>
    <dgm:pt modelId="{A14A7E3C-8BFD-4956-A826-DADD4AB6FF44}" type="pres">
      <dgm:prSet presAssocID="{7836E10A-4CA7-4A72-93D0-1B7CC61C8962}" presName="composite" presStyleCnt="0"/>
      <dgm:spPr/>
    </dgm:pt>
    <dgm:pt modelId="{9C665F3F-4836-4C84-B5C8-CBD7EB888363}" type="pres">
      <dgm:prSet presAssocID="{7836E10A-4CA7-4A72-93D0-1B7CC61C8962}" presName="background" presStyleLbl="node0" presStyleIdx="1" presStyleCnt="3"/>
      <dgm:spPr/>
    </dgm:pt>
    <dgm:pt modelId="{B25A6A83-BD11-4467-818B-954002636EC9}" type="pres">
      <dgm:prSet presAssocID="{7836E10A-4CA7-4A72-93D0-1B7CC61C8962}" presName="text" presStyleLbl="fgAcc0" presStyleIdx="1" presStyleCnt="3">
        <dgm:presLayoutVars>
          <dgm:chPref val="3"/>
        </dgm:presLayoutVars>
      </dgm:prSet>
      <dgm:spPr/>
    </dgm:pt>
    <dgm:pt modelId="{B4DD77FD-9A70-46CC-83EB-0B18A471D9EB}" type="pres">
      <dgm:prSet presAssocID="{7836E10A-4CA7-4A72-93D0-1B7CC61C8962}" presName="hierChild2" presStyleCnt="0"/>
      <dgm:spPr/>
    </dgm:pt>
    <dgm:pt modelId="{DC7828C8-6D50-4F13-92D2-57996B8ACF60}" type="pres">
      <dgm:prSet presAssocID="{9FE11EF9-4EEC-491F-A2F8-D608AD83B713}" presName="hierRoot1" presStyleCnt="0"/>
      <dgm:spPr/>
    </dgm:pt>
    <dgm:pt modelId="{1C1ADFF3-F9AD-42A1-97B9-EE2E9267B59C}" type="pres">
      <dgm:prSet presAssocID="{9FE11EF9-4EEC-491F-A2F8-D608AD83B713}" presName="composite" presStyleCnt="0"/>
      <dgm:spPr/>
    </dgm:pt>
    <dgm:pt modelId="{4B8C4432-EF4B-49FF-8393-83B0A386138D}" type="pres">
      <dgm:prSet presAssocID="{9FE11EF9-4EEC-491F-A2F8-D608AD83B713}" presName="background" presStyleLbl="node0" presStyleIdx="2" presStyleCnt="3"/>
      <dgm:spPr/>
    </dgm:pt>
    <dgm:pt modelId="{D1B7949F-193F-4684-9B98-4ED9D370008F}" type="pres">
      <dgm:prSet presAssocID="{9FE11EF9-4EEC-491F-A2F8-D608AD83B713}" presName="text" presStyleLbl="fgAcc0" presStyleIdx="2" presStyleCnt="3">
        <dgm:presLayoutVars>
          <dgm:chPref val="3"/>
        </dgm:presLayoutVars>
      </dgm:prSet>
      <dgm:spPr/>
    </dgm:pt>
    <dgm:pt modelId="{53368EF4-3488-47C7-A123-A0941B15EF7A}" type="pres">
      <dgm:prSet presAssocID="{9FE11EF9-4EEC-491F-A2F8-D608AD83B713}" presName="hierChild2" presStyleCnt="0"/>
      <dgm:spPr/>
    </dgm:pt>
  </dgm:ptLst>
  <dgm:cxnLst>
    <dgm:cxn modelId="{023DC303-BCE1-4912-8112-8E868EA77CB7}" srcId="{B0BC706A-6556-45A8-A898-A6B7F4D47010}" destId="{7836E10A-4CA7-4A72-93D0-1B7CC61C8962}" srcOrd="1" destOrd="0" parTransId="{FE223724-4BB0-421B-8393-DC87D7FCAD8B}" sibTransId="{921937B8-2C20-413E-9A03-56B82B48FF20}"/>
    <dgm:cxn modelId="{82C97B2E-DD15-4D8A-9EFB-7EF5FF626D80}" type="presOf" srcId="{B0BC706A-6556-45A8-A898-A6B7F4D47010}" destId="{ABC8AFBB-7D5D-46E3-BDD9-FCC23092F943}" srcOrd="0" destOrd="0" presId="urn:microsoft.com/office/officeart/2005/8/layout/hierarchy1"/>
    <dgm:cxn modelId="{E51F7063-4CD2-4665-8A89-DE77A75532C6}" type="presOf" srcId="{0DF33DA6-FB81-4882-9773-75BC321B04E6}" destId="{C81270FB-4338-4E25-9427-D2E141A86D3A}" srcOrd="0" destOrd="0" presId="urn:microsoft.com/office/officeart/2005/8/layout/hierarchy1"/>
    <dgm:cxn modelId="{10F1DC59-0EEE-4747-92E0-42008627246E}" type="presOf" srcId="{7836E10A-4CA7-4A72-93D0-1B7CC61C8962}" destId="{B25A6A83-BD11-4467-818B-954002636EC9}" srcOrd="0" destOrd="0" presId="urn:microsoft.com/office/officeart/2005/8/layout/hierarchy1"/>
    <dgm:cxn modelId="{9EC98BC1-955A-4D4F-BFF4-B8D9E324090A}" type="presOf" srcId="{9FE11EF9-4EEC-491F-A2F8-D608AD83B713}" destId="{D1B7949F-193F-4684-9B98-4ED9D370008F}" srcOrd="0" destOrd="0" presId="urn:microsoft.com/office/officeart/2005/8/layout/hierarchy1"/>
    <dgm:cxn modelId="{FD596ED2-9208-420A-A338-CD9D8039165D}" srcId="{B0BC706A-6556-45A8-A898-A6B7F4D47010}" destId="{9FE11EF9-4EEC-491F-A2F8-D608AD83B713}" srcOrd="2" destOrd="0" parTransId="{F3E1F2C9-F2C6-4E57-980B-9DF3FB67F4FD}" sibTransId="{BF2790C9-9DDC-4B6E-99DB-8F03A2171B26}"/>
    <dgm:cxn modelId="{97CC84DC-F493-4BC2-A42E-EA6BBA62CF1E}" srcId="{B0BC706A-6556-45A8-A898-A6B7F4D47010}" destId="{0DF33DA6-FB81-4882-9773-75BC321B04E6}" srcOrd="0" destOrd="0" parTransId="{15263241-752F-459C-A879-F48CFC7925C9}" sibTransId="{E2126821-6767-495F-A229-020A205EC640}"/>
    <dgm:cxn modelId="{C13AFD5B-329D-4E62-AD77-BFD12444F687}" type="presParOf" srcId="{ABC8AFBB-7D5D-46E3-BDD9-FCC23092F943}" destId="{3C6CCE7F-F53C-451C-9C32-86B2F584AAC0}" srcOrd="0" destOrd="0" presId="urn:microsoft.com/office/officeart/2005/8/layout/hierarchy1"/>
    <dgm:cxn modelId="{00B4EF26-1A35-48F6-8671-9CA4A86AAA7E}" type="presParOf" srcId="{3C6CCE7F-F53C-451C-9C32-86B2F584AAC0}" destId="{A75D4069-B2E4-44F4-A579-FE611D13D3D4}" srcOrd="0" destOrd="0" presId="urn:microsoft.com/office/officeart/2005/8/layout/hierarchy1"/>
    <dgm:cxn modelId="{C0C194CF-0633-42FA-91D2-1ABD7EC1D6C2}" type="presParOf" srcId="{A75D4069-B2E4-44F4-A579-FE611D13D3D4}" destId="{29BA83B6-9995-4B26-B38D-E5E8055D20E1}" srcOrd="0" destOrd="0" presId="urn:microsoft.com/office/officeart/2005/8/layout/hierarchy1"/>
    <dgm:cxn modelId="{1EA11284-9AAF-4398-AA41-C875F165E21E}" type="presParOf" srcId="{A75D4069-B2E4-44F4-A579-FE611D13D3D4}" destId="{C81270FB-4338-4E25-9427-D2E141A86D3A}" srcOrd="1" destOrd="0" presId="urn:microsoft.com/office/officeart/2005/8/layout/hierarchy1"/>
    <dgm:cxn modelId="{9AFAEDA9-462E-4D97-B9A2-5FF717A7D1CA}" type="presParOf" srcId="{3C6CCE7F-F53C-451C-9C32-86B2F584AAC0}" destId="{C7875743-FFF3-4372-839A-ACEB7996FF48}" srcOrd="1" destOrd="0" presId="urn:microsoft.com/office/officeart/2005/8/layout/hierarchy1"/>
    <dgm:cxn modelId="{D3E7EE24-CD34-4C76-A733-2BE3D23F026D}" type="presParOf" srcId="{ABC8AFBB-7D5D-46E3-BDD9-FCC23092F943}" destId="{0476B0A5-DECB-4335-ADC9-ABDE19084D5C}" srcOrd="1" destOrd="0" presId="urn:microsoft.com/office/officeart/2005/8/layout/hierarchy1"/>
    <dgm:cxn modelId="{9A80A1FB-0821-4C80-AC34-23473BEC375A}" type="presParOf" srcId="{0476B0A5-DECB-4335-ADC9-ABDE19084D5C}" destId="{A14A7E3C-8BFD-4956-A826-DADD4AB6FF44}" srcOrd="0" destOrd="0" presId="urn:microsoft.com/office/officeart/2005/8/layout/hierarchy1"/>
    <dgm:cxn modelId="{1BC5E506-36EA-423C-8B05-2FAE48D28AA1}" type="presParOf" srcId="{A14A7E3C-8BFD-4956-A826-DADD4AB6FF44}" destId="{9C665F3F-4836-4C84-B5C8-CBD7EB888363}" srcOrd="0" destOrd="0" presId="urn:microsoft.com/office/officeart/2005/8/layout/hierarchy1"/>
    <dgm:cxn modelId="{8B4428EE-1FB4-43CD-8AE5-DFDD7272FBA1}" type="presParOf" srcId="{A14A7E3C-8BFD-4956-A826-DADD4AB6FF44}" destId="{B25A6A83-BD11-4467-818B-954002636EC9}" srcOrd="1" destOrd="0" presId="urn:microsoft.com/office/officeart/2005/8/layout/hierarchy1"/>
    <dgm:cxn modelId="{EB599411-5DD2-4413-A0B1-A1E3C5B96471}" type="presParOf" srcId="{0476B0A5-DECB-4335-ADC9-ABDE19084D5C}" destId="{B4DD77FD-9A70-46CC-83EB-0B18A471D9EB}" srcOrd="1" destOrd="0" presId="urn:microsoft.com/office/officeart/2005/8/layout/hierarchy1"/>
    <dgm:cxn modelId="{003FEFC1-3A3E-41B3-9DD1-6C444BC9D591}" type="presParOf" srcId="{ABC8AFBB-7D5D-46E3-BDD9-FCC23092F943}" destId="{DC7828C8-6D50-4F13-92D2-57996B8ACF60}" srcOrd="2" destOrd="0" presId="urn:microsoft.com/office/officeart/2005/8/layout/hierarchy1"/>
    <dgm:cxn modelId="{D199D6E1-BC2D-4DC7-BE45-B1789902DC76}" type="presParOf" srcId="{DC7828C8-6D50-4F13-92D2-57996B8ACF60}" destId="{1C1ADFF3-F9AD-42A1-97B9-EE2E9267B59C}" srcOrd="0" destOrd="0" presId="urn:microsoft.com/office/officeart/2005/8/layout/hierarchy1"/>
    <dgm:cxn modelId="{62622DA3-DF03-450C-BDD3-61C57B3E405E}" type="presParOf" srcId="{1C1ADFF3-F9AD-42A1-97B9-EE2E9267B59C}" destId="{4B8C4432-EF4B-49FF-8393-83B0A386138D}" srcOrd="0" destOrd="0" presId="urn:microsoft.com/office/officeart/2005/8/layout/hierarchy1"/>
    <dgm:cxn modelId="{D6F024E8-9E2B-4063-A5F7-95083AEB2116}" type="presParOf" srcId="{1C1ADFF3-F9AD-42A1-97B9-EE2E9267B59C}" destId="{D1B7949F-193F-4684-9B98-4ED9D370008F}" srcOrd="1" destOrd="0" presId="urn:microsoft.com/office/officeart/2005/8/layout/hierarchy1"/>
    <dgm:cxn modelId="{6436C2E2-50B2-4E84-8817-23D491A2C698}" type="presParOf" srcId="{DC7828C8-6D50-4F13-92D2-57996B8ACF60}" destId="{53368EF4-3488-47C7-A123-A0941B15EF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32CAD8-9A52-4C6E-B2DD-CD80CB1C1B26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B10F7A-7E13-4DD6-8238-2931182CA0B5}">
      <dgm:prSet/>
      <dgm:spPr/>
      <dgm:t>
        <a:bodyPr/>
        <a:lstStyle/>
        <a:p>
          <a:r>
            <a:rPr lang="hu-HU"/>
            <a:t>Demeter Áron</a:t>
          </a:r>
          <a:endParaRPr lang="en-US"/>
        </a:p>
      </dgm:t>
    </dgm:pt>
    <dgm:pt modelId="{E07BFDCE-189E-4795-8030-A1299D8C8231}" type="parTrans" cxnId="{79E3524A-FB8B-4988-A448-40734A7220B0}">
      <dgm:prSet/>
      <dgm:spPr/>
      <dgm:t>
        <a:bodyPr/>
        <a:lstStyle/>
        <a:p>
          <a:endParaRPr lang="en-US"/>
        </a:p>
      </dgm:t>
    </dgm:pt>
    <dgm:pt modelId="{3CF434A4-D04A-47B9-9CC6-92B4741A4BAA}" type="sibTrans" cxnId="{79E3524A-FB8B-4988-A448-40734A7220B0}">
      <dgm:prSet/>
      <dgm:spPr/>
      <dgm:t>
        <a:bodyPr/>
        <a:lstStyle/>
        <a:p>
          <a:endParaRPr lang="en-US"/>
        </a:p>
      </dgm:t>
    </dgm:pt>
    <dgm:pt modelId="{B637B093-888B-4439-BEA2-C798AFE066DE}">
      <dgm:prSet/>
      <dgm:spPr/>
      <dgm:t>
        <a:bodyPr/>
        <a:lstStyle/>
        <a:p>
          <a:r>
            <a:rPr lang="hu-HU" dirty="0"/>
            <a:t>Tervezés</a:t>
          </a:r>
          <a:endParaRPr lang="en-US" dirty="0"/>
        </a:p>
      </dgm:t>
    </dgm:pt>
    <dgm:pt modelId="{5D04CA73-C865-4534-A0E3-8055AA42FB33}" type="parTrans" cxnId="{34B68C1E-209D-48EB-B9CF-D6EC32A3F41B}">
      <dgm:prSet/>
      <dgm:spPr/>
      <dgm:t>
        <a:bodyPr/>
        <a:lstStyle/>
        <a:p>
          <a:endParaRPr lang="en-US"/>
        </a:p>
      </dgm:t>
    </dgm:pt>
    <dgm:pt modelId="{B63CEB1E-7873-4E2D-B96C-589D2BCB97C4}" type="sibTrans" cxnId="{34B68C1E-209D-48EB-B9CF-D6EC32A3F41B}">
      <dgm:prSet/>
      <dgm:spPr/>
      <dgm:t>
        <a:bodyPr/>
        <a:lstStyle/>
        <a:p>
          <a:endParaRPr lang="en-US"/>
        </a:p>
      </dgm:t>
    </dgm:pt>
    <dgm:pt modelId="{E6DC508F-FA61-4341-81D6-9697BC5B22EF}">
      <dgm:prSet/>
      <dgm:spPr/>
      <dgm:t>
        <a:bodyPr/>
        <a:lstStyle/>
        <a:p>
          <a:r>
            <a:rPr lang="hu-HU"/>
            <a:t>Adatbázis</a:t>
          </a:r>
          <a:endParaRPr lang="en-US"/>
        </a:p>
      </dgm:t>
    </dgm:pt>
    <dgm:pt modelId="{2919AD69-90B9-40DE-A164-B95B83B6AC8D}" type="parTrans" cxnId="{E0092E84-18C5-4B13-AED4-BD5E6E87BBC1}">
      <dgm:prSet/>
      <dgm:spPr/>
      <dgm:t>
        <a:bodyPr/>
        <a:lstStyle/>
        <a:p>
          <a:endParaRPr lang="en-US"/>
        </a:p>
      </dgm:t>
    </dgm:pt>
    <dgm:pt modelId="{A14993C9-F1C5-4FAE-8A9D-960D6A60B04C}" type="sibTrans" cxnId="{E0092E84-18C5-4B13-AED4-BD5E6E87BBC1}">
      <dgm:prSet/>
      <dgm:spPr/>
      <dgm:t>
        <a:bodyPr/>
        <a:lstStyle/>
        <a:p>
          <a:endParaRPr lang="en-US"/>
        </a:p>
      </dgm:t>
    </dgm:pt>
    <dgm:pt modelId="{F83BEEEF-DE60-4CA8-A674-4EAFA943FEAD}">
      <dgm:prSet/>
      <dgm:spPr/>
      <dgm:t>
        <a:bodyPr/>
        <a:lstStyle/>
        <a:p>
          <a:r>
            <a:rPr lang="hu-HU"/>
            <a:t>Backend</a:t>
          </a:r>
          <a:endParaRPr lang="en-US"/>
        </a:p>
      </dgm:t>
    </dgm:pt>
    <dgm:pt modelId="{98BF6FCF-CD10-4DA5-938F-408182E396DA}" type="parTrans" cxnId="{3049727C-7C27-477F-B1FE-9E4C1E23A9D1}">
      <dgm:prSet/>
      <dgm:spPr/>
      <dgm:t>
        <a:bodyPr/>
        <a:lstStyle/>
        <a:p>
          <a:endParaRPr lang="en-US"/>
        </a:p>
      </dgm:t>
    </dgm:pt>
    <dgm:pt modelId="{985D6FEA-E940-47E1-ADB1-B973FF092D51}" type="sibTrans" cxnId="{3049727C-7C27-477F-B1FE-9E4C1E23A9D1}">
      <dgm:prSet/>
      <dgm:spPr/>
      <dgm:t>
        <a:bodyPr/>
        <a:lstStyle/>
        <a:p>
          <a:endParaRPr lang="en-US"/>
        </a:p>
      </dgm:t>
    </dgm:pt>
    <dgm:pt modelId="{741D8557-DC31-4687-89E6-DFA90FA8E88D}">
      <dgm:prSet/>
      <dgm:spPr/>
      <dgm:t>
        <a:bodyPr/>
        <a:lstStyle/>
        <a:p>
          <a:r>
            <a:rPr lang="hu-HU"/>
            <a:t>Dokumentáció</a:t>
          </a:r>
          <a:endParaRPr lang="en-US"/>
        </a:p>
      </dgm:t>
    </dgm:pt>
    <dgm:pt modelId="{73F3564B-6E35-4D8A-8C61-408B5B92672E}" type="parTrans" cxnId="{9FDE5DA1-FBA8-4225-B35E-B71159D4D06A}">
      <dgm:prSet/>
      <dgm:spPr/>
      <dgm:t>
        <a:bodyPr/>
        <a:lstStyle/>
        <a:p>
          <a:endParaRPr lang="en-US"/>
        </a:p>
      </dgm:t>
    </dgm:pt>
    <dgm:pt modelId="{199C3ED6-0147-4E80-8190-C9AA67CCB256}" type="sibTrans" cxnId="{9FDE5DA1-FBA8-4225-B35E-B71159D4D06A}">
      <dgm:prSet/>
      <dgm:spPr/>
      <dgm:t>
        <a:bodyPr/>
        <a:lstStyle/>
        <a:p>
          <a:endParaRPr lang="en-US"/>
        </a:p>
      </dgm:t>
    </dgm:pt>
    <dgm:pt modelId="{D89E9B86-D16E-4C0F-9DA2-E39DBA04FC99}">
      <dgm:prSet/>
      <dgm:spPr/>
      <dgm:t>
        <a:bodyPr/>
        <a:lstStyle/>
        <a:p>
          <a:r>
            <a:rPr lang="hu-HU"/>
            <a:t>Fekete Zsombor</a:t>
          </a:r>
          <a:endParaRPr lang="en-US"/>
        </a:p>
      </dgm:t>
    </dgm:pt>
    <dgm:pt modelId="{60818A58-6638-4729-8184-BAE1AC9CF267}" type="parTrans" cxnId="{65C37608-D23F-405C-B77E-D5F72DE80C83}">
      <dgm:prSet/>
      <dgm:spPr/>
      <dgm:t>
        <a:bodyPr/>
        <a:lstStyle/>
        <a:p>
          <a:endParaRPr lang="en-US"/>
        </a:p>
      </dgm:t>
    </dgm:pt>
    <dgm:pt modelId="{B73CAA2C-15CE-4461-A3B6-FE07B1B6EFC7}" type="sibTrans" cxnId="{65C37608-D23F-405C-B77E-D5F72DE80C83}">
      <dgm:prSet/>
      <dgm:spPr/>
      <dgm:t>
        <a:bodyPr/>
        <a:lstStyle/>
        <a:p>
          <a:endParaRPr lang="en-US"/>
        </a:p>
      </dgm:t>
    </dgm:pt>
    <dgm:pt modelId="{104D0D59-CAB9-4B98-9CF3-6284310432B6}">
      <dgm:prSet/>
      <dgm:spPr/>
      <dgm:t>
        <a:bodyPr/>
        <a:lstStyle/>
        <a:p>
          <a:r>
            <a:rPr lang="hu-HU"/>
            <a:t>Tervezés</a:t>
          </a:r>
          <a:endParaRPr lang="en-US"/>
        </a:p>
      </dgm:t>
    </dgm:pt>
    <dgm:pt modelId="{34C5A282-1159-4A44-8D48-71D872E4747B}" type="parTrans" cxnId="{ABCACCF7-3F61-45D6-B22C-87530D45D160}">
      <dgm:prSet/>
      <dgm:spPr/>
      <dgm:t>
        <a:bodyPr/>
        <a:lstStyle/>
        <a:p>
          <a:endParaRPr lang="en-US"/>
        </a:p>
      </dgm:t>
    </dgm:pt>
    <dgm:pt modelId="{15697EDB-6111-4847-BD84-DB6E8A86AB6E}" type="sibTrans" cxnId="{ABCACCF7-3F61-45D6-B22C-87530D45D160}">
      <dgm:prSet/>
      <dgm:spPr/>
      <dgm:t>
        <a:bodyPr/>
        <a:lstStyle/>
        <a:p>
          <a:endParaRPr lang="en-US"/>
        </a:p>
      </dgm:t>
    </dgm:pt>
    <dgm:pt modelId="{AA40A0DC-92B2-46FA-AD00-8DDC2E6E89F0}">
      <dgm:prSet/>
      <dgm:spPr/>
      <dgm:t>
        <a:bodyPr/>
        <a:lstStyle/>
        <a:p>
          <a:r>
            <a:rPr lang="hu-HU"/>
            <a:t>Frontend</a:t>
          </a:r>
          <a:endParaRPr lang="en-US"/>
        </a:p>
      </dgm:t>
    </dgm:pt>
    <dgm:pt modelId="{88D00B84-71FC-4B38-96AC-CC677992A046}" type="parTrans" cxnId="{511FC417-34C4-4CB8-9B07-0C1D263923F7}">
      <dgm:prSet/>
      <dgm:spPr/>
      <dgm:t>
        <a:bodyPr/>
        <a:lstStyle/>
        <a:p>
          <a:endParaRPr lang="en-US"/>
        </a:p>
      </dgm:t>
    </dgm:pt>
    <dgm:pt modelId="{A5162B48-13F3-43FE-819A-1B717C815C4A}" type="sibTrans" cxnId="{511FC417-34C4-4CB8-9B07-0C1D263923F7}">
      <dgm:prSet/>
      <dgm:spPr/>
      <dgm:t>
        <a:bodyPr/>
        <a:lstStyle/>
        <a:p>
          <a:endParaRPr lang="en-US"/>
        </a:p>
      </dgm:t>
    </dgm:pt>
    <dgm:pt modelId="{11D1C2F4-9FDD-494D-A877-ACE87BF39CEB}">
      <dgm:prSet/>
      <dgm:spPr/>
      <dgm:t>
        <a:bodyPr/>
        <a:lstStyle/>
        <a:p>
          <a:r>
            <a:rPr lang="hu-HU"/>
            <a:t>Dokumentáció</a:t>
          </a:r>
          <a:endParaRPr lang="en-US"/>
        </a:p>
      </dgm:t>
    </dgm:pt>
    <dgm:pt modelId="{43912FC0-AA85-40F0-8646-695809EAACEC}" type="parTrans" cxnId="{FD360CD0-6FBD-44BA-A5E4-3362BB1E73B9}">
      <dgm:prSet/>
      <dgm:spPr/>
      <dgm:t>
        <a:bodyPr/>
        <a:lstStyle/>
        <a:p>
          <a:endParaRPr lang="en-US"/>
        </a:p>
      </dgm:t>
    </dgm:pt>
    <dgm:pt modelId="{9CE23B5E-24EC-491B-8550-326D24264111}" type="sibTrans" cxnId="{FD360CD0-6FBD-44BA-A5E4-3362BB1E73B9}">
      <dgm:prSet/>
      <dgm:spPr/>
      <dgm:t>
        <a:bodyPr/>
        <a:lstStyle/>
        <a:p>
          <a:endParaRPr lang="en-US"/>
        </a:p>
      </dgm:t>
    </dgm:pt>
    <dgm:pt modelId="{57259E6C-7483-4FCD-8FA2-0EAA0F30A25B}" type="pres">
      <dgm:prSet presAssocID="{0032CAD8-9A52-4C6E-B2DD-CD80CB1C1B26}" presName="linear" presStyleCnt="0">
        <dgm:presLayoutVars>
          <dgm:dir/>
          <dgm:animLvl val="lvl"/>
          <dgm:resizeHandles val="exact"/>
        </dgm:presLayoutVars>
      </dgm:prSet>
      <dgm:spPr/>
    </dgm:pt>
    <dgm:pt modelId="{D4F0A991-5A33-4181-B7C7-E03F66A3BB1A}" type="pres">
      <dgm:prSet presAssocID="{8FB10F7A-7E13-4DD6-8238-2931182CA0B5}" presName="parentLin" presStyleCnt="0"/>
      <dgm:spPr/>
    </dgm:pt>
    <dgm:pt modelId="{6ACFF5EB-7678-4EE3-98ED-25077162C51E}" type="pres">
      <dgm:prSet presAssocID="{8FB10F7A-7E13-4DD6-8238-2931182CA0B5}" presName="parentLeftMargin" presStyleLbl="node1" presStyleIdx="0" presStyleCnt="2"/>
      <dgm:spPr/>
    </dgm:pt>
    <dgm:pt modelId="{C9B200E4-59F1-46D5-AAC9-25872C26628C}" type="pres">
      <dgm:prSet presAssocID="{8FB10F7A-7E13-4DD6-8238-2931182CA0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C6FCB6E-0C56-4D8E-B87D-F07EC60970E8}" type="pres">
      <dgm:prSet presAssocID="{8FB10F7A-7E13-4DD6-8238-2931182CA0B5}" presName="negativeSpace" presStyleCnt="0"/>
      <dgm:spPr/>
    </dgm:pt>
    <dgm:pt modelId="{06D435DA-9588-4BC5-87FA-8DBC65BE3FE3}" type="pres">
      <dgm:prSet presAssocID="{8FB10F7A-7E13-4DD6-8238-2931182CA0B5}" presName="childText" presStyleLbl="conFgAcc1" presStyleIdx="0" presStyleCnt="2">
        <dgm:presLayoutVars>
          <dgm:bulletEnabled val="1"/>
        </dgm:presLayoutVars>
      </dgm:prSet>
      <dgm:spPr/>
    </dgm:pt>
    <dgm:pt modelId="{BFE5643F-2165-47C8-9B6C-7AF8F97C808B}" type="pres">
      <dgm:prSet presAssocID="{3CF434A4-D04A-47B9-9CC6-92B4741A4BAA}" presName="spaceBetweenRectangles" presStyleCnt="0"/>
      <dgm:spPr/>
    </dgm:pt>
    <dgm:pt modelId="{D458AA89-EDEB-4277-AF74-A0DEAB250540}" type="pres">
      <dgm:prSet presAssocID="{D89E9B86-D16E-4C0F-9DA2-E39DBA04FC99}" presName="parentLin" presStyleCnt="0"/>
      <dgm:spPr/>
    </dgm:pt>
    <dgm:pt modelId="{3DA3200E-5332-4509-B7D1-A979D55BAF35}" type="pres">
      <dgm:prSet presAssocID="{D89E9B86-D16E-4C0F-9DA2-E39DBA04FC99}" presName="parentLeftMargin" presStyleLbl="node1" presStyleIdx="0" presStyleCnt="2"/>
      <dgm:spPr/>
    </dgm:pt>
    <dgm:pt modelId="{2A0629AD-5A01-400A-A51F-DADA8993A018}" type="pres">
      <dgm:prSet presAssocID="{D89E9B86-D16E-4C0F-9DA2-E39DBA04FC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9A84D19-69D9-49CD-AB6C-2FA167D479BF}" type="pres">
      <dgm:prSet presAssocID="{D89E9B86-D16E-4C0F-9DA2-E39DBA04FC99}" presName="negativeSpace" presStyleCnt="0"/>
      <dgm:spPr/>
    </dgm:pt>
    <dgm:pt modelId="{6390D8BC-FDF9-4629-8CD7-F228241DBDC4}" type="pres">
      <dgm:prSet presAssocID="{D89E9B86-D16E-4C0F-9DA2-E39DBA04FC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DC2CF05-470C-41D0-B2D0-238D20C0D7BA}" type="presOf" srcId="{AA40A0DC-92B2-46FA-AD00-8DDC2E6E89F0}" destId="{6390D8BC-FDF9-4629-8CD7-F228241DBDC4}" srcOrd="0" destOrd="1" presId="urn:microsoft.com/office/officeart/2005/8/layout/list1"/>
    <dgm:cxn modelId="{65C37608-D23F-405C-B77E-D5F72DE80C83}" srcId="{0032CAD8-9A52-4C6E-B2DD-CD80CB1C1B26}" destId="{D89E9B86-D16E-4C0F-9DA2-E39DBA04FC99}" srcOrd="1" destOrd="0" parTransId="{60818A58-6638-4729-8184-BAE1AC9CF267}" sibTransId="{B73CAA2C-15CE-4461-A3B6-FE07B1B6EFC7}"/>
    <dgm:cxn modelId="{BCF43317-D52C-4CD6-8C9C-AA52BA111304}" type="presOf" srcId="{D89E9B86-D16E-4C0F-9DA2-E39DBA04FC99}" destId="{3DA3200E-5332-4509-B7D1-A979D55BAF35}" srcOrd="0" destOrd="0" presId="urn:microsoft.com/office/officeart/2005/8/layout/list1"/>
    <dgm:cxn modelId="{511FC417-34C4-4CB8-9B07-0C1D263923F7}" srcId="{D89E9B86-D16E-4C0F-9DA2-E39DBA04FC99}" destId="{AA40A0DC-92B2-46FA-AD00-8DDC2E6E89F0}" srcOrd="1" destOrd="0" parTransId="{88D00B84-71FC-4B38-96AC-CC677992A046}" sibTransId="{A5162B48-13F3-43FE-819A-1B717C815C4A}"/>
    <dgm:cxn modelId="{9402C41C-562B-4D75-851F-933AA649A5C3}" type="presOf" srcId="{8FB10F7A-7E13-4DD6-8238-2931182CA0B5}" destId="{C9B200E4-59F1-46D5-AAC9-25872C26628C}" srcOrd="1" destOrd="0" presId="urn:microsoft.com/office/officeart/2005/8/layout/list1"/>
    <dgm:cxn modelId="{34B68C1E-209D-48EB-B9CF-D6EC32A3F41B}" srcId="{8FB10F7A-7E13-4DD6-8238-2931182CA0B5}" destId="{B637B093-888B-4439-BEA2-C798AFE066DE}" srcOrd="0" destOrd="0" parTransId="{5D04CA73-C865-4534-A0E3-8055AA42FB33}" sibTransId="{B63CEB1E-7873-4E2D-B96C-589D2BCB97C4}"/>
    <dgm:cxn modelId="{15BFB825-AD80-4727-A745-2CA78064FE15}" type="presOf" srcId="{0032CAD8-9A52-4C6E-B2DD-CD80CB1C1B26}" destId="{57259E6C-7483-4FCD-8FA2-0EAA0F30A25B}" srcOrd="0" destOrd="0" presId="urn:microsoft.com/office/officeart/2005/8/layout/list1"/>
    <dgm:cxn modelId="{1E31602D-D756-4CAA-9F15-B016D2D97DCB}" type="presOf" srcId="{104D0D59-CAB9-4B98-9CF3-6284310432B6}" destId="{6390D8BC-FDF9-4629-8CD7-F228241DBDC4}" srcOrd="0" destOrd="0" presId="urn:microsoft.com/office/officeart/2005/8/layout/list1"/>
    <dgm:cxn modelId="{AFCEB25D-D02D-4A1E-BF5A-377DF7F0D550}" type="presOf" srcId="{B637B093-888B-4439-BEA2-C798AFE066DE}" destId="{06D435DA-9588-4BC5-87FA-8DBC65BE3FE3}" srcOrd="0" destOrd="0" presId="urn:microsoft.com/office/officeart/2005/8/layout/list1"/>
    <dgm:cxn modelId="{79E3524A-FB8B-4988-A448-40734A7220B0}" srcId="{0032CAD8-9A52-4C6E-B2DD-CD80CB1C1B26}" destId="{8FB10F7A-7E13-4DD6-8238-2931182CA0B5}" srcOrd="0" destOrd="0" parTransId="{E07BFDCE-189E-4795-8030-A1299D8C8231}" sibTransId="{3CF434A4-D04A-47B9-9CC6-92B4741A4BAA}"/>
    <dgm:cxn modelId="{D3075759-9494-4FF5-A24A-AAC60B0FD454}" type="presOf" srcId="{741D8557-DC31-4687-89E6-DFA90FA8E88D}" destId="{06D435DA-9588-4BC5-87FA-8DBC65BE3FE3}" srcOrd="0" destOrd="3" presId="urn:microsoft.com/office/officeart/2005/8/layout/list1"/>
    <dgm:cxn modelId="{BA5F917A-DD8D-429A-8362-A1D5EA30F86E}" type="presOf" srcId="{11D1C2F4-9FDD-494D-A877-ACE87BF39CEB}" destId="{6390D8BC-FDF9-4629-8CD7-F228241DBDC4}" srcOrd="0" destOrd="2" presId="urn:microsoft.com/office/officeart/2005/8/layout/list1"/>
    <dgm:cxn modelId="{3049727C-7C27-477F-B1FE-9E4C1E23A9D1}" srcId="{8FB10F7A-7E13-4DD6-8238-2931182CA0B5}" destId="{F83BEEEF-DE60-4CA8-A674-4EAFA943FEAD}" srcOrd="2" destOrd="0" parTransId="{98BF6FCF-CD10-4DA5-938F-408182E396DA}" sibTransId="{985D6FEA-E940-47E1-ADB1-B973FF092D51}"/>
    <dgm:cxn modelId="{E0092E84-18C5-4B13-AED4-BD5E6E87BBC1}" srcId="{8FB10F7A-7E13-4DD6-8238-2931182CA0B5}" destId="{E6DC508F-FA61-4341-81D6-9697BC5B22EF}" srcOrd="1" destOrd="0" parTransId="{2919AD69-90B9-40DE-A164-B95B83B6AC8D}" sibTransId="{A14993C9-F1C5-4FAE-8A9D-960D6A60B04C}"/>
    <dgm:cxn modelId="{9FDE5DA1-FBA8-4225-B35E-B71159D4D06A}" srcId="{8FB10F7A-7E13-4DD6-8238-2931182CA0B5}" destId="{741D8557-DC31-4687-89E6-DFA90FA8E88D}" srcOrd="3" destOrd="0" parTransId="{73F3564B-6E35-4D8A-8C61-408B5B92672E}" sibTransId="{199C3ED6-0147-4E80-8190-C9AA67CCB256}"/>
    <dgm:cxn modelId="{BA98F9A1-0644-4A21-B9B5-74B00025CF3F}" type="presOf" srcId="{F83BEEEF-DE60-4CA8-A674-4EAFA943FEAD}" destId="{06D435DA-9588-4BC5-87FA-8DBC65BE3FE3}" srcOrd="0" destOrd="2" presId="urn:microsoft.com/office/officeart/2005/8/layout/list1"/>
    <dgm:cxn modelId="{CDEB7FB3-98E5-4949-88A2-4EEAA6FAA86B}" type="presOf" srcId="{8FB10F7A-7E13-4DD6-8238-2931182CA0B5}" destId="{6ACFF5EB-7678-4EE3-98ED-25077162C51E}" srcOrd="0" destOrd="0" presId="urn:microsoft.com/office/officeart/2005/8/layout/list1"/>
    <dgm:cxn modelId="{CB6D69B6-9AA9-46E7-8C17-361762648B9A}" type="presOf" srcId="{E6DC508F-FA61-4341-81D6-9697BC5B22EF}" destId="{06D435DA-9588-4BC5-87FA-8DBC65BE3FE3}" srcOrd="0" destOrd="1" presId="urn:microsoft.com/office/officeart/2005/8/layout/list1"/>
    <dgm:cxn modelId="{0F34C0B6-5E02-4BEE-A1E9-48378EBD7C67}" type="presOf" srcId="{D89E9B86-D16E-4C0F-9DA2-E39DBA04FC99}" destId="{2A0629AD-5A01-400A-A51F-DADA8993A018}" srcOrd="1" destOrd="0" presId="urn:microsoft.com/office/officeart/2005/8/layout/list1"/>
    <dgm:cxn modelId="{FD360CD0-6FBD-44BA-A5E4-3362BB1E73B9}" srcId="{D89E9B86-D16E-4C0F-9DA2-E39DBA04FC99}" destId="{11D1C2F4-9FDD-494D-A877-ACE87BF39CEB}" srcOrd="2" destOrd="0" parTransId="{43912FC0-AA85-40F0-8646-695809EAACEC}" sibTransId="{9CE23B5E-24EC-491B-8550-326D24264111}"/>
    <dgm:cxn modelId="{ABCACCF7-3F61-45D6-B22C-87530D45D160}" srcId="{D89E9B86-D16E-4C0F-9DA2-E39DBA04FC99}" destId="{104D0D59-CAB9-4B98-9CF3-6284310432B6}" srcOrd="0" destOrd="0" parTransId="{34C5A282-1159-4A44-8D48-71D872E4747B}" sibTransId="{15697EDB-6111-4847-BD84-DB6E8A86AB6E}"/>
    <dgm:cxn modelId="{134DFD09-83D3-4025-9450-7E50B4B4B8BB}" type="presParOf" srcId="{57259E6C-7483-4FCD-8FA2-0EAA0F30A25B}" destId="{D4F0A991-5A33-4181-B7C7-E03F66A3BB1A}" srcOrd="0" destOrd="0" presId="urn:microsoft.com/office/officeart/2005/8/layout/list1"/>
    <dgm:cxn modelId="{C315B985-8E51-4FA9-AB37-CE020F246ECA}" type="presParOf" srcId="{D4F0A991-5A33-4181-B7C7-E03F66A3BB1A}" destId="{6ACFF5EB-7678-4EE3-98ED-25077162C51E}" srcOrd="0" destOrd="0" presId="urn:microsoft.com/office/officeart/2005/8/layout/list1"/>
    <dgm:cxn modelId="{F0A3164C-0772-439C-8070-96132DC4756F}" type="presParOf" srcId="{D4F0A991-5A33-4181-B7C7-E03F66A3BB1A}" destId="{C9B200E4-59F1-46D5-AAC9-25872C26628C}" srcOrd="1" destOrd="0" presId="urn:microsoft.com/office/officeart/2005/8/layout/list1"/>
    <dgm:cxn modelId="{CD529C98-EEE6-4B14-9CCA-7B758D2E2CEC}" type="presParOf" srcId="{57259E6C-7483-4FCD-8FA2-0EAA0F30A25B}" destId="{BC6FCB6E-0C56-4D8E-B87D-F07EC60970E8}" srcOrd="1" destOrd="0" presId="urn:microsoft.com/office/officeart/2005/8/layout/list1"/>
    <dgm:cxn modelId="{903B5933-D708-4047-8790-B6B92AD8CB9D}" type="presParOf" srcId="{57259E6C-7483-4FCD-8FA2-0EAA0F30A25B}" destId="{06D435DA-9588-4BC5-87FA-8DBC65BE3FE3}" srcOrd="2" destOrd="0" presId="urn:microsoft.com/office/officeart/2005/8/layout/list1"/>
    <dgm:cxn modelId="{37E073C3-C396-4587-A868-6EA08787DB91}" type="presParOf" srcId="{57259E6C-7483-4FCD-8FA2-0EAA0F30A25B}" destId="{BFE5643F-2165-47C8-9B6C-7AF8F97C808B}" srcOrd="3" destOrd="0" presId="urn:microsoft.com/office/officeart/2005/8/layout/list1"/>
    <dgm:cxn modelId="{A027E575-3892-4DBE-B9C9-2AD023718C8D}" type="presParOf" srcId="{57259E6C-7483-4FCD-8FA2-0EAA0F30A25B}" destId="{D458AA89-EDEB-4277-AF74-A0DEAB250540}" srcOrd="4" destOrd="0" presId="urn:microsoft.com/office/officeart/2005/8/layout/list1"/>
    <dgm:cxn modelId="{1525F67F-78A4-4634-A428-FEAC9DDC4914}" type="presParOf" srcId="{D458AA89-EDEB-4277-AF74-A0DEAB250540}" destId="{3DA3200E-5332-4509-B7D1-A979D55BAF35}" srcOrd="0" destOrd="0" presId="urn:microsoft.com/office/officeart/2005/8/layout/list1"/>
    <dgm:cxn modelId="{50FD1737-FFF2-4B05-B367-9BBE3A71B1FC}" type="presParOf" srcId="{D458AA89-EDEB-4277-AF74-A0DEAB250540}" destId="{2A0629AD-5A01-400A-A51F-DADA8993A018}" srcOrd="1" destOrd="0" presId="urn:microsoft.com/office/officeart/2005/8/layout/list1"/>
    <dgm:cxn modelId="{2B4C37DC-17CE-4B7A-85EF-CB5F28E20678}" type="presParOf" srcId="{57259E6C-7483-4FCD-8FA2-0EAA0F30A25B}" destId="{F9A84D19-69D9-49CD-AB6C-2FA167D479BF}" srcOrd="5" destOrd="0" presId="urn:microsoft.com/office/officeart/2005/8/layout/list1"/>
    <dgm:cxn modelId="{EC8864DE-E5F0-415B-8FD0-D597A0507BB1}" type="presParOf" srcId="{57259E6C-7483-4FCD-8FA2-0EAA0F30A25B}" destId="{6390D8BC-FDF9-4629-8CD7-F228241DBD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AFD5BD-80A6-4F89-993B-DC0D7DDB714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30529A-6514-48B3-A793-E925222F3F17}">
      <dgm:prSet/>
      <dgm:spPr/>
      <dgm:t>
        <a:bodyPr/>
        <a:lstStyle/>
        <a:p>
          <a:r>
            <a:rPr lang="hu-HU"/>
            <a:t>Backend</a:t>
          </a:r>
          <a:endParaRPr lang="en-US"/>
        </a:p>
      </dgm:t>
    </dgm:pt>
    <dgm:pt modelId="{52D75E7B-DFEB-499A-8298-73F8FE48F6EB}" type="parTrans" cxnId="{8C0B3A53-7B86-43F1-A261-392AA594ED37}">
      <dgm:prSet/>
      <dgm:spPr/>
      <dgm:t>
        <a:bodyPr/>
        <a:lstStyle/>
        <a:p>
          <a:endParaRPr lang="en-US"/>
        </a:p>
      </dgm:t>
    </dgm:pt>
    <dgm:pt modelId="{809149E1-58FB-4C78-8969-68B203F742CB}" type="sibTrans" cxnId="{8C0B3A53-7B86-43F1-A261-392AA594ED37}">
      <dgm:prSet/>
      <dgm:spPr/>
      <dgm:t>
        <a:bodyPr/>
        <a:lstStyle/>
        <a:p>
          <a:endParaRPr lang="en-US"/>
        </a:p>
      </dgm:t>
    </dgm:pt>
    <dgm:pt modelId="{A52961EF-6EF0-43C9-BF19-88D5B080355F}">
      <dgm:prSet/>
      <dgm:spPr/>
      <dgm:t>
        <a:bodyPr/>
        <a:lstStyle/>
        <a:p>
          <a:r>
            <a:rPr lang="hu-HU"/>
            <a:t>C#</a:t>
          </a:r>
          <a:endParaRPr lang="en-US"/>
        </a:p>
      </dgm:t>
    </dgm:pt>
    <dgm:pt modelId="{20D11231-251E-4B55-8665-734B531E5D66}" type="parTrans" cxnId="{744E2023-9328-4CBD-BBD9-548C2A4F9CBD}">
      <dgm:prSet/>
      <dgm:spPr/>
      <dgm:t>
        <a:bodyPr/>
        <a:lstStyle/>
        <a:p>
          <a:endParaRPr lang="en-US"/>
        </a:p>
      </dgm:t>
    </dgm:pt>
    <dgm:pt modelId="{463E8D08-EAF4-4ADC-B465-452EA66CFF47}" type="sibTrans" cxnId="{744E2023-9328-4CBD-BBD9-548C2A4F9CBD}">
      <dgm:prSet/>
      <dgm:spPr/>
      <dgm:t>
        <a:bodyPr/>
        <a:lstStyle/>
        <a:p>
          <a:endParaRPr lang="en-US"/>
        </a:p>
      </dgm:t>
    </dgm:pt>
    <dgm:pt modelId="{BDB93574-CF60-4B69-8B98-1116CA43A8FE}">
      <dgm:prSet/>
      <dgm:spPr/>
      <dgm:t>
        <a:bodyPr/>
        <a:lstStyle/>
        <a:p>
          <a:r>
            <a:rPr lang="hu-HU"/>
            <a:t>ASP.NET</a:t>
          </a:r>
          <a:endParaRPr lang="en-US"/>
        </a:p>
      </dgm:t>
    </dgm:pt>
    <dgm:pt modelId="{08B43CD1-38E4-4B98-B44F-1FE7ABD2337E}" type="parTrans" cxnId="{623635A1-A2F3-47D1-B63A-848DBBC02893}">
      <dgm:prSet/>
      <dgm:spPr/>
      <dgm:t>
        <a:bodyPr/>
        <a:lstStyle/>
        <a:p>
          <a:endParaRPr lang="en-US"/>
        </a:p>
      </dgm:t>
    </dgm:pt>
    <dgm:pt modelId="{A28F7D63-6E2A-4CB4-B30D-391327B54772}" type="sibTrans" cxnId="{623635A1-A2F3-47D1-B63A-848DBBC02893}">
      <dgm:prSet/>
      <dgm:spPr/>
      <dgm:t>
        <a:bodyPr/>
        <a:lstStyle/>
        <a:p>
          <a:endParaRPr lang="en-US"/>
        </a:p>
      </dgm:t>
    </dgm:pt>
    <dgm:pt modelId="{FA1A0C3E-B728-4095-8A64-F7D4EBDA4021}">
      <dgm:prSet/>
      <dgm:spPr/>
      <dgm:t>
        <a:bodyPr/>
        <a:lstStyle/>
        <a:p>
          <a:r>
            <a:rPr lang="hu-HU" dirty="0" err="1"/>
            <a:t>Entity</a:t>
          </a:r>
          <a:r>
            <a:rPr lang="hu-HU" dirty="0"/>
            <a:t> Framework</a:t>
          </a:r>
          <a:endParaRPr lang="en-US" dirty="0"/>
        </a:p>
      </dgm:t>
    </dgm:pt>
    <dgm:pt modelId="{48EF2E99-C4CC-4094-8182-E8D735A2451D}" type="parTrans" cxnId="{5BFE18EC-A388-4CA3-A2E6-9B0EED110B08}">
      <dgm:prSet/>
      <dgm:spPr/>
      <dgm:t>
        <a:bodyPr/>
        <a:lstStyle/>
        <a:p>
          <a:endParaRPr lang="en-US"/>
        </a:p>
      </dgm:t>
    </dgm:pt>
    <dgm:pt modelId="{9FA5F829-5B41-4025-81B7-CBBC98BE4E58}" type="sibTrans" cxnId="{5BFE18EC-A388-4CA3-A2E6-9B0EED110B08}">
      <dgm:prSet/>
      <dgm:spPr/>
      <dgm:t>
        <a:bodyPr/>
        <a:lstStyle/>
        <a:p>
          <a:endParaRPr lang="en-US"/>
        </a:p>
      </dgm:t>
    </dgm:pt>
    <dgm:pt modelId="{7046E5FE-A3D0-41C5-8AAB-31FF705C9858}">
      <dgm:prSet/>
      <dgm:spPr/>
      <dgm:t>
        <a:bodyPr/>
        <a:lstStyle/>
        <a:p>
          <a:r>
            <a:rPr lang="hu-HU"/>
            <a:t>Frontend</a:t>
          </a:r>
          <a:endParaRPr lang="en-US"/>
        </a:p>
      </dgm:t>
    </dgm:pt>
    <dgm:pt modelId="{EDBA38DC-9DE1-457E-B3DC-9D800A27BB86}" type="parTrans" cxnId="{4514153C-2E94-44F0-9181-6584A85AB5A6}">
      <dgm:prSet/>
      <dgm:spPr/>
      <dgm:t>
        <a:bodyPr/>
        <a:lstStyle/>
        <a:p>
          <a:endParaRPr lang="en-US"/>
        </a:p>
      </dgm:t>
    </dgm:pt>
    <dgm:pt modelId="{5F096461-CA99-47B9-AA67-1EC50691AB4E}" type="sibTrans" cxnId="{4514153C-2E94-44F0-9181-6584A85AB5A6}">
      <dgm:prSet/>
      <dgm:spPr/>
      <dgm:t>
        <a:bodyPr/>
        <a:lstStyle/>
        <a:p>
          <a:endParaRPr lang="en-US"/>
        </a:p>
      </dgm:t>
    </dgm:pt>
    <dgm:pt modelId="{B0B046AC-D2C9-4B58-82BA-BAA33D358FEB}">
      <dgm:prSet/>
      <dgm:spPr/>
      <dgm:t>
        <a:bodyPr/>
        <a:lstStyle/>
        <a:p>
          <a:r>
            <a:rPr lang="hu-HU"/>
            <a:t>React</a:t>
          </a:r>
          <a:endParaRPr lang="en-US"/>
        </a:p>
      </dgm:t>
    </dgm:pt>
    <dgm:pt modelId="{CCA5A552-9B59-413A-AD43-6AE2B5FA9E69}" type="parTrans" cxnId="{EADC9406-31B2-4113-AC33-29661E14EDE2}">
      <dgm:prSet/>
      <dgm:spPr/>
      <dgm:t>
        <a:bodyPr/>
        <a:lstStyle/>
        <a:p>
          <a:endParaRPr lang="en-US"/>
        </a:p>
      </dgm:t>
    </dgm:pt>
    <dgm:pt modelId="{D105EBBC-61D8-4D46-8B0E-45B8642EBCAD}" type="sibTrans" cxnId="{EADC9406-31B2-4113-AC33-29661E14EDE2}">
      <dgm:prSet/>
      <dgm:spPr/>
      <dgm:t>
        <a:bodyPr/>
        <a:lstStyle/>
        <a:p>
          <a:endParaRPr lang="en-US"/>
        </a:p>
      </dgm:t>
    </dgm:pt>
    <dgm:pt modelId="{1241883D-7DC5-4880-8D75-622F950FB03D}">
      <dgm:prSet/>
      <dgm:spPr/>
      <dgm:t>
        <a:bodyPr/>
        <a:lstStyle/>
        <a:p>
          <a:r>
            <a:rPr lang="hu-HU" dirty="0" err="1"/>
            <a:t>TypeScript</a:t>
          </a:r>
          <a:endParaRPr lang="en-US" dirty="0"/>
        </a:p>
      </dgm:t>
    </dgm:pt>
    <dgm:pt modelId="{499DF1F2-0A52-425F-A6E6-04FD0C3216B9}" type="parTrans" cxnId="{639B6A39-8D84-478C-801F-0B9CB425562F}">
      <dgm:prSet/>
      <dgm:spPr/>
      <dgm:t>
        <a:bodyPr/>
        <a:lstStyle/>
        <a:p>
          <a:endParaRPr lang="en-US"/>
        </a:p>
      </dgm:t>
    </dgm:pt>
    <dgm:pt modelId="{3651DBB9-C396-43E0-8AC0-953C2E7CCA57}" type="sibTrans" cxnId="{639B6A39-8D84-478C-801F-0B9CB425562F}">
      <dgm:prSet/>
      <dgm:spPr/>
      <dgm:t>
        <a:bodyPr/>
        <a:lstStyle/>
        <a:p>
          <a:endParaRPr lang="en-US"/>
        </a:p>
      </dgm:t>
    </dgm:pt>
    <dgm:pt modelId="{70F2B734-8B8C-4BC1-BFF9-5F8E8FA388BB}" type="pres">
      <dgm:prSet presAssocID="{A1AFD5BD-80A6-4F89-993B-DC0D7DDB714B}" presName="Name0" presStyleCnt="0">
        <dgm:presLayoutVars>
          <dgm:dir/>
          <dgm:animLvl val="lvl"/>
          <dgm:resizeHandles val="exact"/>
        </dgm:presLayoutVars>
      </dgm:prSet>
      <dgm:spPr/>
    </dgm:pt>
    <dgm:pt modelId="{132CE624-53C1-40B1-9ADF-419B0873B5AF}" type="pres">
      <dgm:prSet presAssocID="{E030529A-6514-48B3-A793-E925222F3F17}" presName="composite" presStyleCnt="0"/>
      <dgm:spPr/>
    </dgm:pt>
    <dgm:pt modelId="{386D119B-CE6D-4187-ACE9-8AD2A59C3F71}" type="pres">
      <dgm:prSet presAssocID="{E030529A-6514-48B3-A793-E925222F3F1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1528246-15CF-49A5-B7E8-7539C27197C5}" type="pres">
      <dgm:prSet presAssocID="{E030529A-6514-48B3-A793-E925222F3F17}" presName="desTx" presStyleLbl="alignAccFollowNode1" presStyleIdx="0" presStyleCnt="2">
        <dgm:presLayoutVars>
          <dgm:bulletEnabled val="1"/>
        </dgm:presLayoutVars>
      </dgm:prSet>
      <dgm:spPr/>
    </dgm:pt>
    <dgm:pt modelId="{83F25244-E155-466A-9503-3F9C9CE9B3FD}" type="pres">
      <dgm:prSet presAssocID="{809149E1-58FB-4C78-8969-68B203F742CB}" presName="space" presStyleCnt="0"/>
      <dgm:spPr/>
    </dgm:pt>
    <dgm:pt modelId="{0A862C69-1184-482D-AF8E-20EDEA04FFE1}" type="pres">
      <dgm:prSet presAssocID="{7046E5FE-A3D0-41C5-8AAB-31FF705C9858}" presName="composite" presStyleCnt="0"/>
      <dgm:spPr/>
    </dgm:pt>
    <dgm:pt modelId="{4BACE240-0996-446F-90C2-6834F6E43A0E}" type="pres">
      <dgm:prSet presAssocID="{7046E5FE-A3D0-41C5-8AAB-31FF705C985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628A622-698D-43A8-905F-3699D54BAB23}" type="pres">
      <dgm:prSet presAssocID="{7046E5FE-A3D0-41C5-8AAB-31FF705C985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ADC9406-31B2-4113-AC33-29661E14EDE2}" srcId="{7046E5FE-A3D0-41C5-8AAB-31FF705C9858}" destId="{B0B046AC-D2C9-4B58-82BA-BAA33D358FEB}" srcOrd="0" destOrd="0" parTransId="{CCA5A552-9B59-413A-AD43-6AE2B5FA9E69}" sibTransId="{D105EBBC-61D8-4D46-8B0E-45B8642EBCAD}"/>
    <dgm:cxn modelId="{2A99B50E-9245-4331-B24B-58B4E2186281}" type="presOf" srcId="{E030529A-6514-48B3-A793-E925222F3F17}" destId="{386D119B-CE6D-4187-ACE9-8AD2A59C3F71}" srcOrd="0" destOrd="0" presId="urn:microsoft.com/office/officeart/2005/8/layout/hList1"/>
    <dgm:cxn modelId="{744E2023-9328-4CBD-BBD9-548C2A4F9CBD}" srcId="{E030529A-6514-48B3-A793-E925222F3F17}" destId="{A52961EF-6EF0-43C9-BF19-88D5B080355F}" srcOrd="0" destOrd="0" parTransId="{20D11231-251E-4B55-8665-734B531E5D66}" sibTransId="{463E8D08-EAF4-4ADC-B465-452EA66CFF47}"/>
    <dgm:cxn modelId="{639B6A39-8D84-478C-801F-0B9CB425562F}" srcId="{7046E5FE-A3D0-41C5-8AAB-31FF705C9858}" destId="{1241883D-7DC5-4880-8D75-622F950FB03D}" srcOrd="1" destOrd="0" parTransId="{499DF1F2-0A52-425F-A6E6-04FD0C3216B9}" sibTransId="{3651DBB9-C396-43E0-8AC0-953C2E7CCA57}"/>
    <dgm:cxn modelId="{4514153C-2E94-44F0-9181-6584A85AB5A6}" srcId="{A1AFD5BD-80A6-4F89-993B-DC0D7DDB714B}" destId="{7046E5FE-A3D0-41C5-8AAB-31FF705C9858}" srcOrd="1" destOrd="0" parTransId="{EDBA38DC-9DE1-457E-B3DC-9D800A27BB86}" sibTransId="{5F096461-CA99-47B9-AA67-1EC50691AB4E}"/>
    <dgm:cxn modelId="{9E9BF445-9103-4C69-93A0-38ECBD35C2E8}" type="presOf" srcId="{A1AFD5BD-80A6-4F89-993B-DC0D7DDB714B}" destId="{70F2B734-8B8C-4BC1-BFF9-5F8E8FA388BB}" srcOrd="0" destOrd="0" presId="urn:microsoft.com/office/officeart/2005/8/layout/hList1"/>
    <dgm:cxn modelId="{8C0B3A53-7B86-43F1-A261-392AA594ED37}" srcId="{A1AFD5BD-80A6-4F89-993B-DC0D7DDB714B}" destId="{E030529A-6514-48B3-A793-E925222F3F17}" srcOrd="0" destOrd="0" parTransId="{52D75E7B-DFEB-499A-8298-73F8FE48F6EB}" sibTransId="{809149E1-58FB-4C78-8969-68B203F742CB}"/>
    <dgm:cxn modelId="{F521B27A-2AB4-488F-B66E-9299497715AD}" type="presOf" srcId="{1241883D-7DC5-4880-8D75-622F950FB03D}" destId="{2628A622-698D-43A8-905F-3699D54BAB23}" srcOrd="0" destOrd="1" presId="urn:microsoft.com/office/officeart/2005/8/layout/hList1"/>
    <dgm:cxn modelId="{CAC8BA81-7F35-4256-9D61-4E570463BD59}" type="presOf" srcId="{B0B046AC-D2C9-4B58-82BA-BAA33D358FEB}" destId="{2628A622-698D-43A8-905F-3699D54BAB23}" srcOrd="0" destOrd="0" presId="urn:microsoft.com/office/officeart/2005/8/layout/hList1"/>
    <dgm:cxn modelId="{23A08F90-68D6-4969-A1BA-451C60D62E84}" type="presOf" srcId="{FA1A0C3E-B728-4095-8A64-F7D4EBDA4021}" destId="{91528246-15CF-49A5-B7E8-7539C27197C5}" srcOrd="0" destOrd="2" presId="urn:microsoft.com/office/officeart/2005/8/layout/hList1"/>
    <dgm:cxn modelId="{3783139A-5C5F-4249-92A4-EF708F2EE524}" type="presOf" srcId="{BDB93574-CF60-4B69-8B98-1116CA43A8FE}" destId="{91528246-15CF-49A5-B7E8-7539C27197C5}" srcOrd="0" destOrd="1" presId="urn:microsoft.com/office/officeart/2005/8/layout/hList1"/>
    <dgm:cxn modelId="{C3D0A69F-38AB-4C15-8CA1-795B4BA2102A}" type="presOf" srcId="{A52961EF-6EF0-43C9-BF19-88D5B080355F}" destId="{91528246-15CF-49A5-B7E8-7539C27197C5}" srcOrd="0" destOrd="0" presId="urn:microsoft.com/office/officeart/2005/8/layout/hList1"/>
    <dgm:cxn modelId="{623635A1-A2F3-47D1-B63A-848DBBC02893}" srcId="{E030529A-6514-48B3-A793-E925222F3F17}" destId="{BDB93574-CF60-4B69-8B98-1116CA43A8FE}" srcOrd="1" destOrd="0" parTransId="{08B43CD1-38E4-4B98-B44F-1FE7ABD2337E}" sibTransId="{A28F7D63-6E2A-4CB4-B30D-391327B54772}"/>
    <dgm:cxn modelId="{1908F2D4-CD35-42C9-A5E0-0DE2928D0B51}" type="presOf" srcId="{7046E5FE-A3D0-41C5-8AAB-31FF705C9858}" destId="{4BACE240-0996-446F-90C2-6834F6E43A0E}" srcOrd="0" destOrd="0" presId="urn:microsoft.com/office/officeart/2005/8/layout/hList1"/>
    <dgm:cxn modelId="{5BFE18EC-A388-4CA3-A2E6-9B0EED110B08}" srcId="{E030529A-6514-48B3-A793-E925222F3F17}" destId="{FA1A0C3E-B728-4095-8A64-F7D4EBDA4021}" srcOrd="2" destOrd="0" parTransId="{48EF2E99-C4CC-4094-8182-E8D735A2451D}" sibTransId="{9FA5F829-5B41-4025-81B7-CBBC98BE4E58}"/>
    <dgm:cxn modelId="{02F407CE-6D9A-4F2C-A16B-38EDD6B4CA06}" type="presParOf" srcId="{70F2B734-8B8C-4BC1-BFF9-5F8E8FA388BB}" destId="{132CE624-53C1-40B1-9ADF-419B0873B5AF}" srcOrd="0" destOrd="0" presId="urn:microsoft.com/office/officeart/2005/8/layout/hList1"/>
    <dgm:cxn modelId="{DD0C78AB-C52D-4CBE-B940-25E312D1AD08}" type="presParOf" srcId="{132CE624-53C1-40B1-9ADF-419B0873B5AF}" destId="{386D119B-CE6D-4187-ACE9-8AD2A59C3F71}" srcOrd="0" destOrd="0" presId="urn:microsoft.com/office/officeart/2005/8/layout/hList1"/>
    <dgm:cxn modelId="{D347C377-737C-42B7-9A7B-250308B1E53D}" type="presParOf" srcId="{132CE624-53C1-40B1-9ADF-419B0873B5AF}" destId="{91528246-15CF-49A5-B7E8-7539C27197C5}" srcOrd="1" destOrd="0" presId="urn:microsoft.com/office/officeart/2005/8/layout/hList1"/>
    <dgm:cxn modelId="{9992DFE9-14AA-493C-A92B-521C700A4E28}" type="presParOf" srcId="{70F2B734-8B8C-4BC1-BFF9-5F8E8FA388BB}" destId="{83F25244-E155-466A-9503-3F9C9CE9B3FD}" srcOrd="1" destOrd="0" presId="urn:microsoft.com/office/officeart/2005/8/layout/hList1"/>
    <dgm:cxn modelId="{95890D9D-71EA-4469-80D6-866BDD42DC83}" type="presParOf" srcId="{70F2B734-8B8C-4BC1-BFF9-5F8E8FA388BB}" destId="{0A862C69-1184-482D-AF8E-20EDEA04FFE1}" srcOrd="2" destOrd="0" presId="urn:microsoft.com/office/officeart/2005/8/layout/hList1"/>
    <dgm:cxn modelId="{C8B941D7-013C-48CF-8535-D5656811416A}" type="presParOf" srcId="{0A862C69-1184-482D-AF8E-20EDEA04FFE1}" destId="{4BACE240-0996-446F-90C2-6834F6E43A0E}" srcOrd="0" destOrd="0" presId="urn:microsoft.com/office/officeart/2005/8/layout/hList1"/>
    <dgm:cxn modelId="{3144E4D4-F64D-4320-BD7F-64B1445C6DB3}" type="presParOf" srcId="{0A862C69-1184-482D-AF8E-20EDEA04FFE1}" destId="{2628A622-698D-43A8-905F-3699D54BAB2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2E8F56-F0E7-4A16-8B51-C2309ACED93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89E1997-ABE3-4614-ADAD-92DF04F199CF}">
      <dgm:prSet/>
      <dgm:spPr/>
      <dgm:t>
        <a:bodyPr/>
        <a:lstStyle/>
        <a:p>
          <a:r>
            <a:rPr lang="hu-HU"/>
            <a:t>Hibaüzenetek</a:t>
          </a:r>
          <a:endParaRPr lang="en-US"/>
        </a:p>
      </dgm:t>
    </dgm:pt>
    <dgm:pt modelId="{3ABFE9D0-B170-48AB-8B9F-14514FF570CB}" type="parTrans" cxnId="{9D7F569D-1D1A-459C-8335-3FD7B9B15493}">
      <dgm:prSet/>
      <dgm:spPr/>
      <dgm:t>
        <a:bodyPr/>
        <a:lstStyle/>
        <a:p>
          <a:endParaRPr lang="en-US"/>
        </a:p>
      </dgm:t>
    </dgm:pt>
    <dgm:pt modelId="{E289548A-F354-4093-AAA3-48DC041F0DD7}" type="sibTrans" cxnId="{9D7F569D-1D1A-459C-8335-3FD7B9B15493}">
      <dgm:prSet/>
      <dgm:spPr/>
      <dgm:t>
        <a:bodyPr/>
        <a:lstStyle/>
        <a:p>
          <a:endParaRPr lang="en-US"/>
        </a:p>
      </dgm:t>
    </dgm:pt>
    <dgm:pt modelId="{6257EF1F-A688-4F10-BECF-D0DD812193DD}">
      <dgm:prSet/>
      <dgm:spPr/>
      <dgm:t>
        <a:bodyPr/>
        <a:lstStyle/>
        <a:p>
          <a:r>
            <a:rPr lang="hu-HU" dirty="0"/>
            <a:t>Megerősítő üzenetek</a:t>
          </a:r>
          <a:endParaRPr lang="en-US" dirty="0"/>
        </a:p>
      </dgm:t>
    </dgm:pt>
    <dgm:pt modelId="{AAAAA7D7-D6B8-48D1-82D4-DFE7FF563EB8}" type="parTrans" cxnId="{DC5D2EE0-5055-40E4-90F6-166AFEB4AC62}">
      <dgm:prSet/>
      <dgm:spPr/>
      <dgm:t>
        <a:bodyPr/>
        <a:lstStyle/>
        <a:p>
          <a:endParaRPr lang="en-US"/>
        </a:p>
      </dgm:t>
    </dgm:pt>
    <dgm:pt modelId="{F6893588-670C-41D1-91BA-92108A7E7C0E}" type="sibTrans" cxnId="{DC5D2EE0-5055-40E4-90F6-166AFEB4AC62}">
      <dgm:prSet/>
      <dgm:spPr/>
      <dgm:t>
        <a:bodyPr/>
        <a:lstStyle/>
        <a:p>
          <a:endParaRPr lang="en-US"/>
        </a:p>
      </dgm:t>
    </dgm:pt>
    <dgm:pt modelId="{077FF260-E5B9-4E0F-A3B5-B48423D823E2}">
      <dgm:prSet/>
      <dgm:spPr/>
      <dgm:t>
        <a:bodyPr/>
        <a:lstStyle/>
        <a:p>
          <a:r>
            <a:rPr lang="hu-HU" dirty="0"/>
            <a:t>Kikattintás</a:t>
          </a:r>
          <a:endParaRPr lang="en-US" dirty="0"/>
        </a:p>
      </dgm:t>
    </dgm:pt>
    <dgm:pt modelId="{0DB1EE81-094B-4BFC-969C-273E985D7CA1}" type="parTrans" cxnId="{142074EA-07D6-4AD4-9E7A-11C309EA7A5E}">
      <dgm:prSet/>
      <dgm:spPr/>
      <dgm:t>
        <a:bodyPr/>
        <a:lstStyle/>
        <a:p>
          <a:endParaRPr lang="en-US"/>
        </a:p>
      </dgm:t>
    </dgm:pt>
    <dgm:pt modelId="{73DCB70C-67BB-496C-9EFC-4C589652040D}" type="sibTrans" cxnId="{142074EA-07D6-4AD4-9E7A-11C309EA7A5E}">
      <dgm:prSet/>
      <dgm:spPr/>
      <dgm:t>
        <a:bodyPr/>
        <a:lstStyle/>
        <a:p>
          <a:endParaRPr lang="en-US"/>
        </a:p>
      </dgm:t>
    </dgm:pt>
    <dgm:pt modelId="{12B5204A-DE93-4651-8DE5-9A7F9AFD8DBC}">
      <dgm:prSet/>
      <dgm:spPr/>
      <dgm:t>
        <a:bodyPr/>
        <a:lstStyle/>
        <a:p>
          <a:r>
            <a:rPr lang="hu-HU"/>
            <a:t>Gyors, optimalizált kód</a:t>
          </a:r>
          <a:endParaRPr lang="en-US" dirty="0"/>
        </a:p>
      </dgm:t>
    </dgm:pt>
    <dgm:pt modelId="{1E97B480-0545-4A13-AE33-C9B4378666FF}" type="parTrans" cxnId="{233C8374-EA97-4F26-89AF-D8231B8B9BB7}">
      <dgm:prSet/>
      <dgm:spPr/>
    </dgm:pt>
    <dgm:pt modelId="{26BF694B-5A73-4967-8CF5-FC7584032D51}" type="sibTrans" cxnId="{233C8374-EA97-4F26-89AF-D8231B8B9BB7}">
      <dgm:prSet/>
      <dgm:spPr/>
    </dgm:pt>
    <dgm:pt modelId="{3482223B-ECF4-46C2-9848-585609F3EAD2}">
      <dgm:prSet/>
      <dgm:spPr/>
      <dgm:t>
        <a:bodyPr/>
        <a:lstStyle/>
        <a:p>
          <a:r>
            <a:rPr lang="hu-HU"/>
            <a:t>Olvasható kód</a:t>
          </a:r>
          <a:endParaRPr lang="en-US" dirty="0"/>
        </a:p>
      </dgm:t>
    </dgm:pt>
    <dgm:pt modelId="{35711CE4-FC82-433A-A4F9-D05346D18C1C}" type="parTrans" cxnId="{87E28406-6B16-4550-8B21-52931F40ABFC}">
      <dgm:prSet/>
      <dgm:spPr/>
    </dgm:pt>
    <dgm:pt modelId="{700CADF3-C228-4B7D-8A18-99B90C175C53}" type="sibTrans" cxnId="{87E28406-6B16-4550-8B21-52931F40ABFC}">
      <dgm:prSet/>
      <dgm:spPr/>
    </dgm:pt>
    <dgm:pt modelId="{5B1DC29A-2350-417C-962A-161EB48210C1}" type="pres">
      <dgm:prSet presAssocID="{0E2E8F56-F0E7-4A16-8B51-C2309ACED9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5F274D-E8F2-489D-A7C9-C36CE167B57F}" type="pres">
      <dgm:prSet presAssocID="{E89E1997-ABE3-4614-ADAD-92DF04F199CF}" presName="hierRoot1" presStyleCnt="0"/>
      <dgm:spPr/>
    </dgm:pt>
    <dgm:pt modelId="{3B4CA86A-FB1B-4E9D-88D5-F917784F86A6}" type="pres">
      <dgm:prSet presAssocID="{E89E1997-ABE3-4614-ADAD-92DF04F199CF}" presName="composite" presStyleCnt="0"/>
      <dgm:spPr/>
    </dgm:pt>
    <dgm:pt modelId="{98324141-BDEE-4A5E-9530-4FDD93FEFEFC}" type="pres">
      <dgm:prSet presAssocID="{E89E1997-ABE3-4614-ADAD-92DF04F199CF}" presName="background" presStyleLbl="node0" presStyleIdx="0" presStyleCnt="5"/>
      <dgm:spPr/>
    </dgm:pt>
    <dgm:pt modelId="{1C2305AB-FDB2-44F9-9135-DA949EF6045D}" type="pres">
      <dgm:prSet presAssocID="{E89E1997-ABE3-4614-ADAD-92DF04F199CF}" presName="text" presStyleLbl="fgAcc0" presStyleIdx="0" presStyleCnt="5">
        <dgm:presLayoutVars>
          <dgm:chPref val="3"/>
        </dgm:presLayoutVars>
      </dgm:prSet>
      <dgm:spPr/>
    </dgm:pt>
    <dgm:pt modelId="{F684BD50-02FE-45E4-9B48-921BDCA2239A}" type="pres">
      <dgm:prSet presAssocID="{E89E1997-ABE3-4614-ADAD-92DF04F199CF}" presName="hierChild2" presStyleCnt="0"/>
      <dgm:spPr/>
    </dgm:pt>
    <dgm:pt modelId="{20B9716A-5DCC-4696-88FD-E27BA4AC02F4}" type="pres">
      <dgm:prSet presAssocID="{6257EF1F-A688-4F10-BECF-D0DD812193DD}" presName="hierRoot1" presStyleCnt="0"/>
      <dgm:spPr/>
    </dgm:pt>
    <dgm:pt modelId="{40BC1D6E-467E-4B66-B8C8-D5AD58ACC7AE}" type="pres">
      <dgm:prSet presAssocID="{6257EF1F-A688-4F10-BECF-D0DD812193DD}" presName="composite" presStyleCnt="0"/>
      <dgm:spPr/>
    </dgm:pt>
    <dgm:pt modelId="{27BFE0D4-F899-4449-A0F5-5F316AEECCBE}" type="pres">
      <dgm:prSet presAssocID="{6257EF1F-A688-4F10-BECF-D0DD812193DD}" presName="background" presStyleLbl="node0" presStyleIdx="1" presStyleCnt="5"/>
      <dgm:spPr/>
    </dgm:pt>
    <dgm:pt modelId="{02B11261-07A0-4965-B5E7-9369A5C876D6}" type="pres">
      <dgm:prSet presAssocID="{6257EF1F-A688-4F10-BECF-D0DD812193DD}" presName="text" presStyleLbl="fgAcc0" presStyleIdx="1" presStyleCnt="5">
        <dgm:presLayoutVars>
          <dgm:chPref val="3"/>
        </dgm:presLayoutVars>
      </dgm:prSet>
      <dgm:spPr/>
    </dgm:pt>
    <dgm:pt modelId="{FFC89E36-BB74-42BC-8EA7-9F36440532E4}" type="pres">
      <dgm:prSet presAssocID="{6257EF1F-A688-4F10-BECF-D0DD812193DD}" presName="hierChild2" presStyleCnt="0"/>
      <dgm:spPr/>
    </dgm:pt>
    <dgm:pt modelId="{4A90BFCA-7E1E-49D7-BE2F-49B9DB196087}" type="pres">
      <dgm:prSet presAssocID="{077FF260-E5B9-4E0F-A3B5-B48423D823E2}" presName="hierRoot1" presStyleCnt="0"/>
      <dgm:spPr/>
    </dgm:pt>
    <dgm:pt modelId="{EBB1B441-E669-4966-BAEF-2905DE028081}" type="pres">
      <dgm:prSet presAssocID="{077FF260-E5B9-4E0F-A3B5-B48423D823E2}" presName="composite" presStyleCnt="0"/>
      <dgm:spPr/>
    </dgm:pt>
    <dgm:pt modelId="{E6C8AB88-911E-4FBA-82A6-750C293466EE}" type="pres">
      <dgm:prSet presAssocID="{077FF260-E5B9-4E0F-A3B5-B48423D823E2}" presName="background" presStyleLbl="node0" presStyleIdx="2" presStyleCnt="5"/>
      <dgm:spPr/>
    </dgm:pt>
    <dgm:pt modelId="{F8277AA5-9D51-4DFA-BA16-81091A1BD242}" type="pres">
      <dgm:prSet presAssocID="{077FF260-E5B9-4E0F-A3B5-B48423D823E2}" presName="text" presStyleLbl="fgAcc0" presStyleIdx="2" presStyleCnt="5">
        <dgm:presLayoutVars>
          <dgm:chPref val="3"/>
        </dgm:presLayoutVars>
      </dgm:prSet>
      <dgm:spPr/>
    </dgm:pt>
    <dgm:pt modelId="{7E290272-0550-4E2B-BDBE-CD0BC5163643}" type="pres">
      <dgm:prSet presAssocID="{077FF260-E5B9-4E0F-A3B5-B48423D823E2}" presName="hierChild2" presStyleCnt="0"/>
      <dgm:spPr/>
    </dgm:pt>
    <dgm:pt modelId="{A03708E8-0E36-4203-BF5D-52078A87480A}" type="pres">
      <dgm:prSet presAssocID="{12B5204A-DE93-4651-8DE5-9A7F9AFD8DBC}" presName="hierRoot1" presStyleCnt="0"/>
      <dgm:spPr/>
    </dgm:pt>
    <dgm:pt modelId="{985240D0-4C7A-4342-B549-AC1923B18C5F}" type="pres">
      <dgm:prSet presAssocID="{12B5204A-DE93-4651-8DE5-9A7F9AFD8DBC}" presName="composite" presStyleCnt="0"/>
      <dgm:spPr/>
    </dgm:pt>
    <dgm:pt modelId="{531A9FB8-5FFF-4231-AE92-CDA235C8E8C1}" type="pres">
      <dgm:prSet presAssocID="{12B5204A-DE93-4651-8DE5-9A7F9AFD8DBC}" presName="background" presStyleLbl="node0" presStyleIdx="3" presStyleCnt="5"/>
      <dgm:spPr/>
    </dgm:pt>
    <dgm:pt modelId="{268BC796-3EC2-4961-A787-2A074B7405ED}" type="pres">
      <dgm:prSet presAssocID="{12B5204A-DE93-4651-8DE5-9A7F9AFD8DBC}" presName="text" presStyleLbl="fgAcc0" presStyleIdx="3" presStyleCnt="5">
        <dgm:presLayoutVars>
          <dgm:chPref val="3"/>
        </dgm:presLayoutVars>
      </dgm:prSet>
      <dgm:spPr/>
    </dgm:pt>
    <dgm:pt modelId="{983383F8-5C6C-4069-AB9A-66BCB62360A9}" type="pres">
      <dgm:prSet presAssocID="{12B5204A-DE93-4651-8DE5-9A7F9AFD8DBC}" presName="hierChild2" presStyleCnt="0"/>
      <dgm:spPr/>
    </dgm:pt>
    <dgm:pt modelId="{AC1CD8E0-BBD3-4E4A-9C63-AB4614CF4DF8}" type="pres">
      <dgm:prSet presAssocID="{3482223B-ECF4-46C2-9848-585609F3EAD2}" presName="hierRoot1" presStyleCnt="0"/>
      <dgm:spPr/>
    </dgm:pt>
    <dgm:pt modelId="{F06A899F-4B4D-4F06-827E-5D4B26E8C0D4}" type="pres">
      <dgm:prSet presAssocID="{3482223B-ECF4-46C2-9848-585609F3EAD2}" presName="composite" presStyleCnt="0"/>
      <dgm:spPr/>
    </dgm:pt>
    <dgm:pt modelId="{D22E2486-A13D-49AD-BF8C-F84D86A30102}" type="pres">
      <dgm:prSet presAssocID="{3482223B-ECF4-46C2-9848-585609F3EAD2}" presName="background" presStyleLbl="node0" presStyleIdx="4" presStyleCnt="5"/>
      <dgm:spPr/>
    </dgm:pt>
    <dgm:pt modelId="{C7891210-7FE4-442E-A472-680DAAEB683A}" type="pres">
      <dgm:prSet presAssocID="{3482223B-ECF4-46C2-9848-585609F3EAD2}" presName="text" presStyleLbl="fgAcc0" presStyleIdx="4" presStyleCnt="5">
        <dgm:presLayoutVars>
          <dgm:chPref val="3"/>
        </dgm:presLayoutVars>
      </dgm:prSet>
      <dgm:spPr/>
    </dgm:pt>
    <dgm:pt modelId="{106010AC-F67C-4A3E-94F4-DF430A1CA6BE}" type="pres">
      <dgm:prSet presAssocID="{3482223B-ECF4-46C2-9848-585609F3EAD2}" presName="hierChild2" presStyleCnt="0"/>
      <dgm:spPr/>
    </dgm:pt>
  </dgm:ptLst>
  <dgm:cxnLst>
    <dgm:cxn modelId="{87E28406-6B16-4550-8B21-52931F40ABFC}" srcId="{0E2E8F56-F0E7-4A16-8B51-C2309ACED93E}" destId="{3482223B-ECF4-46C2-9848-585609F3EAD2}" srcOrd="4" destOrd="0" parTransId="{35711CE4-FC82-433A-A4F9-D05346D18C1C}" sibTransId="{700CADF3-C228-4B7D-8A18-99B90C175C53}"/>
    <dgm:cxn modelId="{351B2413-4C7D-4786-AD7F-D02CBFC8EC81}" type="presOf" srcId="{E89E1997-ABE3-4614-ADAD-92DF04F199CF}" destId="{1C2305AB-FDB2-44F9-9135-DA949EF6045D}" srcOrd="0" destOrd="0" presId="urn:microsoft.com/office/officeart/2005/8/layout/hierarchy1"/>
    <dgm:cxn modelId="{BC30C33D-5C1B-4047-B107-4C6BC038371A}" type="presOf" srcId="{077FF260-E5B9-4E0F-A3B5-B48423D823E2}" destId="{F8277AA5-9D51-4DFA-BA16-81091A1BD242}" srcOrd="0" destOrd="0" presId="urn:microsoft.com/office/officeart/2005/8/layout/hierarchy1"/>
    <dgm:cxn modelId="{3B718E62-D7CB-4774-9596-4D092DA7C270}" type="presOf" srcId="{12B5204A-DE93-4651-8DE5-9A7F9AFD8DBC}" destId="{268BC796-3EC2-4961-A787-2A074B7405ED}" srcOrd="0" destOrd="0" presId="urn:microsoft.com/office/officeart/2005/8/layout/hierarchy1"/>
    <dgm:cxn modelId="{233C8374-EA97-4F26-89AF-D8231B8B9BB7}" srcId="{0E2E8F56-F0E7-4A16-8B51-C2309ACED93E}" destId="{12B5204A-DE93-4651-8DE5-9A7F9AFD8DBC}" srcOrd="3" destOrd="0" parTransId="{1E97B480-0545-4A13-AE33-C9B4378666FF}" sibTransId="{26BF694B-5A73-4967-8CF5-FC7584032D51}"/>
    <dgm:cxn modelId="{9D7F569D-1D1A-459C-8335-3FD7B9B15493}" srcId="{0E2E8F56-F0E7-4A16-8B51-C2309ACED93E}" destId="{E89E1997-ABE3-4614-ADAD-92DF04F199CF}" srcOrd="0" destOrd="0" parTransId="{3ABFE9D0-B170-48AB-8B9F-14514FF570CB}" sibTransId="{E289548A-F354-4093-AAA3-48DC041F0DD7}"/>
    <dgm:cxn modelId="{580795A3-CB98-4419-9FF6-CE847B037B8D}" type="presOf" srcId="{3482223B-ECF4-46C2-9848-585609F3EAD2}" destId="{C7891210-7FE4-442E-A472-680DAAEB683A}" srcOrd="0" destOrd="0" presId="urn:microsoft.com/office/officeart/2005/8/layout/hierarchy1"/>
    <dgm:cxn modelId="{DC5D2EE0-5055-40E4-90F6-166AFEB4AC62}" srcId="{0E2E8F56-F0E7-4A16-8B51-C2309ACED93E}" destId="{6257EF1F-A688-4F10-BECF-D0DD812193DD}" srcOrd="1" destOrd="0" parTransId="{AAAAA7D7-D6B8-48D1-82D4-DFE7FF563EB8}" sibTransId="{F6893588-670C-41D1-91BA-92108A7E7C0E}"/>
    <dgm:cxn modelId="{61F35CE3-041B-45F6-A4F1-48C57E36DDDA}" type="presOf" srcId="{0E2E8F56-F0E7-4A16-8B51-C2309ACED93E}" destId="{5B1DC29A-2350-417C-962A-161EB48210C1}" srcOrd="0" destOrd="0" presId="urn:microsoft.com/office/officeart/2005/8/layout/hierarchy1"/>
    <dgm:cxn modelId="{0FD750E5-0A05-47B9-83F4-AA121D529EC0}" type="presOf" srcId="{6257EF1F-A688-4F10-BECF-D0DD812193DD}" destId="{02B11261-07A0-4965-B5E7-9369A5C876D6}" srcOrd="0" destOrd="0" presId="urn:microsoft.com/office/officeart/2005/8/layout/hierarchy1"/>
    <dgm:cxn modelId="{142074EA-07D6-4AD4-9E7A-11C309EA7A5E}" srcId="{0E2E8F56-F0E7-4A16-8B51-C2309ACED93E}" destId="{077FF260-E5B9-4E0F-A3B5-B48423D823E2}" srcOrd="2" destOrd="0" parTransId="{0DB1EE81-094B-4BFC-969C-273E985D7CA1}" sibTransId="{73DCB70C-67BB-496C-9EFC-4C589652040D}"/>
    <dgm:cxn modelId="{8057659B-6DDA-4D27-AFF2-830830128210}" type="presParOf" srcId="{5B1DC29A-2350-417C-962A-161EB48210C1}" destId="{005F274D-E8F2-489D-A7C9-C36CE167B57F}" srcOrd="0" destOrd="0" presId="urn:microsoft.com/office/officeart/2005/8/layout/hierarchy1"/>
    <dgm:cxn modelId="{014E321D-DAD1-4D47-8717-5C0F518851F5}" type="presParOf" srcId="{005F274D-E8F2-489D-A7C9-C36CE167B57F}" destId="{3B4CA86A-FB1B-4E9D-88D5-F917784F86A6}" srcOrd="0" destOrd="0" presId="urn:microsoft.com/office/officeart/2005/8/layout/hierarchy1"/>
    <dgm:cxn modelId="{93120A86-A65A-4858-8D55-E7C61F275903}" type="presParOf" srcId="{3B4CA86A-FB1B-4E9D-88D5-F917784F86A6}" destId="{98324141-BDEE-4A5E-9530-4FDD93FEFEFC}" srcOrd="0" destOrd="0" presId="urn:microsoft.com/office/officeart/2005/8/layout/hierarchy1"/>
    <dgm:cxn modelId="{83C6A5A3-3E31-42F4-8620-8D3F8E3943A0}" type="presParOf" srcId="{3B4CA86A-FB1B-4E9D-88D5-F917784F86A6}" destId="{1C2305AB-FDB2-44F9-9135-DA949EF6045D}" srcOrd="1" destOrd="0" presId="urn:microsoft.com/office/officeart/2005/8/layout/hierarchy1"/>
    <dgm:cxn modelId="{CA3208FD-24CD-4DAE-98F3-6D98CA402639}" type="presParOf" srcId="{005F274D-E8F2-489D-A7C9-C36CE167B57F}" destId="{F684BD50-02FE-45E4-9B48-921BDCA2239A}" srcOrd="1" destOrd="0" presId="urn:microsoft.com/office/officeart/2005/8/layout/hierarchy1"/>
    <dgm:cxn modelId="{D16FA5D1-A13B-4F67-833A-B9806ABD38A3}" type="presParOf" srcId="{5B1DC29A-2350-417C-962A-161EB48210C1}" destId="{20B9716A-5DCC-4696-88FD-E27BA4AC02F4}" srcOrd="1" destOrd="0" presId="urn:microsoft.com/office/officeart/2005/8/layout/hierarchy1"/>
    <dgm:cxn modelId="{A2169CC6-C179-417A-A602-DAD5CB4824C2}" type="presParOf" srcId="{20B9716A-5DCC-4696-88FD-E27BA4AC02F4}" destId="{40BC1D6E-467E-4B66-B8C8-D5AD58ACC7AE}" srcOrd="0" destOrd="0" presId="urn:microsoft.com/office/officeart/2005/8/layout/hierarchy1"/>
    <dgm:cxn modelId="{6F4AEB44-7CF1-4566-943F-BD9F86A2731C}" type="presParOf" srcId="{40BC1D6E-467E-4B66-B8C8-D5AD58ACC7AE}" destId="{27BFE0D4-F899-4449-A0F5-5F316AEECCBE}" srcOrd="0" destOrd="0" presId="urn:microsoft.com/office/officeart/2005/8/layout/hierarchy1"/>
    <dgm:cxn modelId="{8BC84970-9FB9-4466-BBAC-19DF9141DA09}" type="presParOf" srcId="{40BC1D6E-467E-4B66-B8C8-D5AD58ACC7AE}" destId="{02B11261-07A0-4965-B5E7-9369A5C876D6}" srcOrd="1" destOrd="0" presId="urn:microsoft.com/office/officeart/2005/8/layout/hierarchy1"/>
    <dgm:cxn modelId="{34EE447D-C2FC-4A43-945C-ED81C985A3A7}" type="presParOf" srcId="{20B9716A-5DCC-4696-88FD-E27BA4AC02F4}" destId="{FFC89E36-BB74-42BC-8EA7-9F36440532E4}" srcOrd="1" destOrd="0" presId="urn:microsoft.com/office/officeart/2005/8/layout/hierarchy1"/>
    <dgm:cxn modelId="{75A52E5C-14CB-4D29-B4E0-7670877C1E5E}" type="presParOf" srcId="{5B1DC29A-2350-417C-962A-161EB48210C1}" destId="{4A90BFCA-7E1E-49D7-BE2F-49B9DB196087}" srcOrd="2" destOrd="0" presId="urn:microsoft.com/office/officeart/2005/8/layout/hierarchy1"/>
    <dgm:cxn modelId="{1D1BE622-E3AC-41AB-92F2-07F5EDF9B15F}" type="presParOf" srcId="{4A90BFCA-7E1E-49D7-BE2F-49B9DB196087}" destId="{EBB1B441-E669-4966-BAEF-2905DE028081}" srcOrd="0" destOrd="0" presId="urn:microsoft.com/office/officeart/2005/8/layout/hierarchy1"/>
    <dgm:cxn modelId="{3EC0014F-1281-468B-B31E-8E9F965DC0D6}" type="presParOf" srcId="{EBB1B441-E669-4966-BAEF-2905DE028081}" destId="{E6C8AB88-911E-4FBA-82A6-750C293466EE}" srcOrd="0" destOrd="0" presId="urn:microsoft.com/office/officeart/2005/8/layout/hierarchy1"/>
    <dgm:cxn modelId="{CB86EE82-609B-4AD1-8E49-F30733AD3B24}" type="presParOf" srcId="{EBB1B441-E669-4966-BAEF-2905DE028081}" destId="{F8277AA5-9D51-4DFA-BA16-81091A1BD242}" srcOrd="1" destOrd="0" presId="urn:microsoft.com/office/officeart/2005/8/layout/hierarchy1"/>
    <dgm:cxn modelId="{BD636675-D28B-4E44-B4CC-093E2F2AAC80}" type="presParOf" srcId="{4A90BFCA-7E1E-49D7-BE2F-49B9DB196087}" destId="{7E290272-0550-4E2B-BDBE-CD0BC5163643}" srcOrd="1" destOrd="0" presId="urn:microsoft.com/office/officeart/2005/8/layout/hierarchy1"/>
    <dgm:cxn modelId="{5C3882E1-99CE-40D9-B89E-3BB1040A7106}" type="presParOf" srcId="{5B1DC29A-2350-417C-962A-161EB48210C1}" destId="{A03708E8-0E36-4203-BF5D-52078A87480A}" srcOrd="3" destOrd="0" presId="urn:microsoft.com/office/officeart/2005/8/layout/hierarchy1"/>
    <dgm:cxn modelId="{3AA17766-0E23-48EA-B3B8-D218B013A186}" type="presParOf" srcId="{A03708E8-0E36-4203-BF5D-52078A87480A}" destId="{985240D0-4C7A-4342-B549-AC1923B18C5F}" srcOrd="0" destOrd="0" presId="urn:microsoft.com/office/officeart/2005/8/layout/hierarchy1"/>
    <dgm:cxn modelId="{F32C4ECD-EC41-4220-A685-3E9A7BF7B0FD}" type="presParOf" srcId="{985240D0-4C7A-4342-B549-AC1923B18C5F}" destId="{531A9FB8-5FFF-4231-AE92-CDA235C8E8C1}" srcOrd="0" destOrd="0" presId="urn:microsoft.com/office/officeart/2005/8/layout/hierarchy1"/>
    <dgm:cxn modelId="{3FFFE9D7-9348-4C79-937D-4DA883D075C0}" type="presParOf" srcId="{985240D0-4C7A-4342-B549-AC1923B18C5F}" destId="{268BC796-3EC2-4961-A787-2A074B7405ED}" srcOrd="1" destOrd="0" presId="urn:microsoft.com/office/officeart/2005/8/layout/hierarchy1"/>
    <dgm:cxn modelId="{8DDACF8B-ACF6-4D90-9F7C-33AE4A9DD9EE}" type="presParOf" srcId="{A03708E8-0E36-4203-BF5D-52078A87480A}" destId="{983383F8-5C6C-4069-AB9A-66BCB62360A9}" srcOrd="1" destOrd="0" presId="urn:microsoft.com/office/officeart/2005/8/layout/hierarchy1"/>
    <dgm:cxn modelId="{42781BD1-74A1-408A-BDD6-87BAF5AC251F}" type="presParOf" srcId="{5B1DC29A-2350-417C-962A-161EB48210C1}" destId="{AC1CD8E0-BBD3-4E4A-9C63-AB4614CF4DF8}" srcOrd="4" destOrd="0" presId="urn:microsoft.com/office/officeart/2005/8/layout/hierarchy1"/>
    <dgm:cxn modelId="{AB76DFEC-BF16-4DBC-9D6C-E2747D5E93BE}" type="presParOf" srcId="{AC1CD8E0-BBD3-4E4A-9C63-AB4614CF4DF8}" destId="{F06A899F-4B4D-4F06-827E-5D4B26E8C0D4}" srcOrd="0" destOrd="0" presId="urn:microsoft.com/office/officeart/2005/8/layout/hierarchy1"/>
    <dgm:cxn modelId="{48B66A04-138C-4C1E-9001-F152F5F02993}" type="presParOf" srcId="{F06A899F-4B4D-4F06-827E-5D4B26E8C0D4}" destId="{D22E2486-A13D-49AD-BF8C-F84D86A30102}" srcOrd="0" destOrd="0" presId="urn:microsoft.com/office/officeart/2005/8/layout/hierarchy1"/>
    <dgm:cxn modelId="{346F8501-0784-48AB-98BC-21AF8FE780ED}" type="presParOf" srcId="{F06A899F-4B4D-4F06-827E-5D4B26E8C0D4}" destId="{C7891210-7FE4-442E-A472-680DAAEB683A}" srcOrd="1" destOrd="0" presId="urn:microsoft.com/office/officeart/2005/8/layout/hierarchy1"/>
    <dgm:cxn modelId="{D98B5FB8-99B9-4DFE-A4A2-7C724FDD45E0}" type="presParOf" srcId="{AC1CD8E0-BBD3-4E4A-9C63-AB4614CF4DF8}" destId="{106010AC-F67C-4A3E-94F4-DF430A1CA6B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A83B6-9995-4B26-B38D-E5E8055D20E1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70FB-4338-4E25-9427-D2E141A86D3A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900" kern="1200"/>
            <a:t>Graphlet – mi ez?</a:t>
          </a:r>
          <a:endParaRPr lang="en-US" sz="4900" kern="1200"/>
        </a:p>
      </dsp:txBody>
      <dsp:txXfrm>
        <a:off x="383617" y="1447754"/>
        <a:ext cx="2847502" cy="1768010"/>
      </dsp:txXfrm>
    </dsp:sp>
    <dsp:sp modelId="{9C665F3F-4836-4C84-B5C8-CBD7EB888363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A6A83-BD11-4467-818B-954002636EC9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900" kern="1200"/>
            <a:t>Miért ilyet?</a:t>
          </a:r>
          <a:endParaRPr lang="en-US" sz="4900" kern="1200"/>
        </a:p>
      </dsp:txBody>
      <dsp:txXfrm>
        <a:off x="3998355" y="1447754"/>
        <a:ext cx="2847502" cy="1768010"/>
      </dsp:txXfrm>
    </dsp:sp>
    <dsp:sp modelId="{4B8C4432-EF4B-49FF-8393-83B0A386138D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7949F-193F-4684-9B98-4ED9D370008F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900" kern="1200"/>
            <a:t>Motiváló tényezők</a:t>
          </a:r>
          <a:endParaRPr lang="en-US" sz="4900" kern="1200"/>
        </a:p>
      </dsp:txBody>
      <dsp:txXfrm>
        <a:off x="7613092" y="1447754"/>
        <a:ext cx="2847502" cy="1768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435DA-9588-4BC5-87FA-8DBC65BE3FE3}">
      <dsp:nvSpPr>
        <dsp:cNvPr id="0" name=""/>
        <dsp:cNvSpPr/>
      </dsp:nvSpPr>
      <dsp:spPr>
        <a:xfrm>
          <a:off x="0" y="438642"/>
          <a:ext cx="6291714" cy="2466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07" tIns="562356" rIns="48830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 dirty="0"/>
            <a:t>Tervezés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/>
            <a:t>Adatbázis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/>
            <a:t>Backend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/>
            <a:t>Dokumentáció</a:t>
          </a:r>
          <a:endParaRPr lang="en-US" sz="2700" kern="1200"/>
        </a:p>
      </dsp:txBody>
      <dsp:txXfrm>
        <a:off x="0" y="438642"/>
        <a:ext cx="6291714" cy="2466450"/>
      </dsp:txXfrm>
    </dsp:sp>
    <dsp:sp modelId="{C9B200E4-59F1-46D5-AAC9-25872C26628C}">
      <dsp:nvSpPr>
        <dsp:cNvPr id="0" name=""/>
        <dsp:cNvSpPr/>
      </dsp:nvSpPr>
      <dsp:spPr>
        <a:xfrm>
          <a:off x="314585" y="40122"/>
          <a:ext cx="4404199" cy="7970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Demeter Áron</a:t>
          </a:r>
          <a:endParaRPr lang="en-US" sz="2700" kern="1200"/>
        </a:p>
      </dsp:txBody>
      <dsp:txXfrm>
        <a:off x="353493" y="79030"/>
        <a:ext cx="4326383" cy="719224"/>
      </dsp:txXfrm>
    </dsp:sp>
    <dsp:sp modelId="{6390D8BC-FDF9-4629-8CD7-F228241DBDC4}">
      <dsp:nvSpPr>
        <dsp:cNvPr id="0" name=""/>
        <dsp:cNvSpPr/>
      </dsp:nvSpPr>
      <dsp:spPr>
        <a:xfrm>
          <a:off x="0" y="3449412"/>
          <a:ext cx="6291714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07" tIns="562356" rIns="48830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/>
            <a:t>Tervezés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/>
            <a:t>Frontend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700" kern="1200"/>
            <a:t>Dokumentáció</a:t>
          </a:r>
          <a:endParaRPr lang="en-US" sz="2700" kern="1200"/>
        </a:p>
      </dsp:txBody>
      <dsp:txXfrm>
        <a:off x="0" y="3449412"/>
        <a:ext cx="6291714" cy="2041200"/>
      </dsp:txXfrm>
    </dsp:sp>
    <dsp:sp modelId="{2A0629AD-5A01-400A-A51F-DADA8993A018}">
      <dsp:nvSpPr>
        <dsp:cNvPr id="0" name=""/>
        <dsp:cNvSpPr/>
      </dsp:nvSpPr>
      <dsp:spPr>
        <a:xfrm>
          <a:off x="314585" y="3050892"/>
          <a:ext cx="4404199" cy="7970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Fekete Zsombor</a:t>
          </a:r>
          <a:endParaRPr lang="en-US" sz="2700" kern="1200"/>
        </a:p>
      </dsp:txBody>
      <dsp:txXfrm>
        <a:off x="353493" y="3089800"/>
        <a:ext cx="4326383" cy="719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D119B-CE6D-4187-ACE9-8AD2A59C3F71}">
      <dsp:nvSpPr>
        <dsp:cNvPr id="0" name=""/>
        <dsp:cNvSpPr/>
      </dsp:nvSpPr>
      <dsp:spPr>
        <a:xfrm>
          <a:off x="51" y="258084"/>
          <a:ext cx="4913783" cy="123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300" kern="1200"/>
            <a:t>Backend</a:t>
          </a:r>
          <a:endParaRPr lang="en-US" sz="4300" kern="1200"/>
        </a:p>
      </dsp:txBody>
      <dsp:txXfrm>
        <a:off x="51" y="258084"/>
        <a:ext cx="4913783" cy="1238400"/>
      </dsp:txXfrm>
    </dsp:sp>
    <dsp:sp modelId="{91528246-15CF-49A5-B7E8-7539C27197C5}">
      <dsp:nvSpPr>
        <dsp:cNvPr id="0" name=""/>
        <dsp:cNvSpPr/>
      </dsp:nvSpPr>
      <dsp:spPr>
        <a:xfrm>
          <a:off x="51" y="1496484"/>
          <a:ext cx="4913783" cy="259677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362" tIns="229362" rIns="305816" bIns="344043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4300" kern="1200"/>
            <a:t>C#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4300" kern="1200"/>
            <a:t>ASP.NET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4300" kern="1200" dirty="0" err="1"/>
            <a:t>Entity</a:t>
          </a:r>
          <a:r>
            <a:rPr lang="hu-HU" sz="4300" kern="1200" dirty="0"/>
            <a:t> Framework</a:t>
          </a:r>
          <a:endParaRPr lang="en-US" sz="4300" kern="1200" dirty="0"/>
        </a:p>
      </dsp:txBody>
      <dsp:txXfrm>
        <a:off x="51" y="1496484"/>
        <a:ext cx="4913783" cy="2596770"/>
      </dsp:txXfrm>
    </dsp:sp>
    <dsp:sp modelId="{4BACE240-0996-446F-90C2-6834F6E43A0E}">
      <dsp:nvSpPr>
        <dsp:cNvPr id="0" name=""/>
        <dsp:cNvSpPr/>
      </dsp:nvSpPr>
      <dsp:spPr>
        <a:xfrm>
          <a:off x="5601764" y="258084"/>
          <a:ext cx="4913783" cy="12384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300" kern="1200"/>
            <a:t>Frontend</a:t>
          </a:r>
          <a:endParaRPr lang="en-US" sz="4300" kern="1200"/>
        </a:p>
      </dsp:txBody>
      <dsp:txXfrm>
        <a:off x="5601764" y="258084"/>
        <a:ext cx="4913783" cy="1238400"/>
      </dsp:txXfrm>
    </dsp:sp>
    <dsp:sp modelId="{2628A622-698D-43A8-905F-3699D54BAB23}">
      <dsp:nvSpPr>
        <dsp:cNvPr id="0" name=""/>
        <dsp:cNvSpPr/>
      </dsp:nvSpPr>
      <dsp:spPr>
        <a:xfrm>
          <a:off x="5601764" y="1496484"/>
          <a:ext cx="4913783" cy="259677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362" tIns="229362" rIns="305816" bIns="344043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4300" kern="1200"/>
            <a:t>React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4300" kern="1200" dirty="0" err="1"/>
            <a:t>TypeScript</a:t>
          </a:r>
          <a:endParaRPr lang="en-US" sz="4300" kern="1200" dirty="0"/>
        </a:p>
      </dsp:txBody>
      <dsp:txXfrm>
        <a:off x="5601764" y="1496484"/>
        <a:ext cx="4913783" cy="25967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24141-BDEE-4A5E-9530-4FDD93FEFEFC}">
      <dsp:nvSpPr>
        <dsp:cNvPr id="0" name=""/>
        <dsp:cNvSpPr/>
      </dsp:nvSpPr>
      <dsp:spPr>
        <a:xfrm>
          <a:off x="3735" y="1170774"/>
          <a:ext cx="1820059" cy="11557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305AB-FDB2-44F9-9135-DA949EF6045D}">
      <dsp:nvSpPr>
        <dsp:cNvPr id="0" name=""/>
        <dsp:cNvSpPr/>
      </dsp:nvSpPr>
      <dsp:spPr>
        <a:xfrm>
          <a:off x="205963" y="1362892"/>
          <a:ext cx="1820059" cy="11557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Hibaüzenetek</a:t>
          </a:r>
          <a:endParaRPr lang="en-US" sz="2100" kern="1200"/>
        </a:p>
      </dsp:txBody>
      <dsp:txXfrm>
        <a:off x="239813" y="1396742"/>
        <a:ext cx="1752359" cy="1088037"/>
      </dsp:txXfrm>
    </dsp:sp>
    <dsp:sp modelId="{27BFE0D4-F899-4449-A0F5-5F316AEECCBE}">
      <dsp:nvSpPr>
        <dsp:cNvPr id="0" name=""/>
        <dsp:cNvSpPr/>
      </dsp:nvSpPr>
      <dsp:spPr>
        <a:xfrm>
          <a:off x="2228252" y="1170774"/>
          <a:ext cx="1820059" cy="11557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11261-07A0-4965-B5E7-9369A5C876D6}">
      <dsp:nvSpPr>
        <dsp:cNvPr id="0" name=""/>
        <dsp:cNvSpPr/>
      </dsp:nvSpPr>
      <dsp:spPr>
        <a:xfrm>
          <a:off x="2430481" y="1362892"/>
          <a:ext cx="1820059" cy="11557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Megerősítő üzenetek</a:t>
          </a:r>
          <a:endParaRPr lang="en-US" sz="2100" kern="1200" dirty="0"/>
        </a:p>
      </dsp:txBody>
      <dsp:txXfrm>
        <a:off x="2464331" y="1396742"/>
        <a:ext cx="1752359" cy="1088037"/>
      </dsp:txXfrm>
    </dsp:sp>
    <dsp:sp modelId="{E6C8AB88-911E-4FBA-82A6-750C293466EE}">
      <dsp:nvSpPr>
        <dsp:cNvPr id="0" name=""/>
        <dsp:cNvSpPr/>
      </dsp:nvSpPr>
      <dsp:spPr>
        <a:xfrm>
          <a:off x="4452770" y="1170774"/>
          <a:ext cx="1820059" cy="11557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77AA5-9D51-4DFA-BA16-81091A1BD242}">
      <dsp:nvSpPr>
        <dsp:cNvPr id="0" name=""/>
        <dsp:cNvSpPr/>
      </dsp:nvSpPr>
      <dsp:spPr>
        <a:xfrm>
          <a:off x="4654999" y="1362892"/>
          <a:ext cx="1820059" cy="11557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Kikattintás</a:t>
          </a:r>
          <a:endParaRPr lang="en-US" sz="2100" kern="1200" dirty="0"/>
        </a:p>
      </dsp:txBody>
      <dsp:txXfrm>
        <a:off x="4688849" y="1396742"/>
        <a:ext cx="1752359" cy="1088037"/>
      </dsp:txXfrm>
    </dsp:sp>
    <dsp:sp modelId="{531A9FB8-5FFF-4231-AE92-CDA235C8E8C1}">
      <dsp:nvSpPr>
        <dsp:cNvPr id="0" name=""/>
        <dsp:cNvSpPr/>
      </dsp:nvSpPr>
      <dsp:spPr>
        <a:xfrm>
          <a:off x="6677287" y="1170774"/>
          <a:ext cx="1820059" cy="11557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BC796-3EC2-4961-A787-2A074B7405ED}">
      <dsp:nvSpPr>
        <dsp:cNvPr id="0" name=""/>
        <dsp:cNvSpPr/>
      </dsp:nvSpPr>
      <dsp:spPr>
        <a:xfrm>
          <a:off x="6879516" y="1362892"/>
          <a:ext cx="1820059" cy="11557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Gyors, optimalizált kód</a:t>
          </a:r>
          <a:endParaRPr lang="en-US" sz="2100" kern="1200" dirty="0"/>
        </a:p>
      </dsp:txBody>
      <dsp:txXfrm>
        <a:off x="6913366" y="1396742"/>
        <a:ext cx="1752359" cy="1088037"/>
      </dsp:txXfrm>
    </dsp:sp>
    <dsp:sp modelId="{D22E2486-A13D-49AD-BF8C-F84D86A30102}">
      <dsp:nvSpPr>
        <dsp:cNvPr id="0" name=""/>
        <dsp:cNvSpPr/>
      </dsp:nvSpPr>
      <dsp:spPr>
        <a:xfrm>
          <a:off x="8901805" y="1170774"/>
          <a:ext cx="1820059" cy="11557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891210-7FE4-442E-A472-680DAAEB683A}">
      <dsp:nvSpPr>
        <dsp:cNvPr id="0" name=""/>
        <dsp:cNvSpPr/>
      </dsp:nvSpPr>
      <dsp:spPr>
        <a:xfrm>
          <a:off x="9104034" y="1362892"/>
          <a:ext cx="1820059" cy="1155737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Olvasható kód</a:t>
          </a:r>
          <a:endParaRPr lang="en-US" sz="2100" kern="1200" dirty="0"/>
        </a:p>
      </dsp:txBody>
      <dsp:txXfrm>
        <a:off x="9137884" y="1396742"/>
        <a:ext cx="1752359" cy="1088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269E-8331-4AD4-9322-5CFD28ED1FAD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FF00D-BEC8-47F1-A840-BF1C5ACB48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564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Valami köszöntő szöveg, mi vagyunk a grund, </a:t>
            </a:r>
            <a:r>
              <a:rPr lang="hu-HU" dirty="0" err="1"/>
              <a:t>stb</a:t>
            </a:r>
            <a:r>
              <a:rPr lang="hu-HU" dirty="0"/>
              <a:t>… </a:t>
            </a:r>
            <a:r>
              <a:rPr lang="hu-HU" dirty="0" err="1"/>
              <a:t>stb</a:t>
            </a:r>
            <a:r>
              <a:rPr lang="hu-HU" dirty="0"/>
              <a:t>…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1076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1. Egy </a:t>
            </a:r>
            <a:r>
              <a:rPr lang="hu-HU" dirty="0" err="1"/>
              <a:t>relácionális</a:t>
            </a:r>
            <a:r>
              <a:rPr lang="hu-HU" dirty="0"/>
              <a:t> dokumentáció készítő eszköz, arra, hogy direkt kapcsolatokat tudjunk létrehozni különböző információk között. </a:t>
            </a:r>
          </a:p>
          <a:p>
            <a:r>
              <a:rPr lang="hu-HU" dirty="0"/>
              <a:t>2. Mert szerettünk volna egy olyan rendszert, amiben átláthatóan készíthetünk jegyzeteket</a:t>
            </a:r>
          </a:p>
          <a:p>
            <a:r>
              <a:rPr lang="hu-HU" dirty="0"/>
              <a:t>3. Egy detektíves játékból ered, és megtetszett, mert kifejezetten átlátható volt.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41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Mindketten aktívan részt vettünk a tervezésben, együtt terveztünk meg a program főbb részeit, és funkcióit. A saját kódjainkat mindketten teszteltük manuálisan és automata tesztekkel is. A saját kódjainkat dokumentáltuk. </a:t>
            </a:r>
          </a:p>
          <a:p>
            <a:r>
              <a:rPr lang="hu-HU" dirty="0"/>
              <a:t>Áron: Backendesként az én feladatom volt a követelményeknek megfelelő adatbázis megtervezése, és fejlesztése, a teljes backend megtervezése és lefejlesztése.</a:t>
            </a:r>
          </a:p>
          <a:p>
            <a:r>
              <a:rPr lang="hu-HU" dirty="0"/>
              <a:t>Zsombor: Én Frontendesként főleg a frontendet fejlesztettem, teszteltem, és dokumentáltam.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8422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6378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Tervezés: </a:t>
            </a:r>
            <a:r>
              <a:rPr lang="hu-HU" dirty="0" err="1"/>
              <a:t>figma</a:t>
            </a:r>
            <a:r>
              <a:rPr lang="hu-HU" dirty="0"/>
              <a:t>, </a:t>
            </a:r>
            <a:r>
              <a:rPr lang="hu-HU" dirty="0" err="1"/>
              <a:t>whiteboard</a:t>
            </a:r>
            <a:r>
              <a:rPr lang="hu-HU" dirty="0"/>
              <a:t>, </a:t>
            </a:r>
            <a:r>
              <a:rPr lang="hu-HU" dirty="0" err="1"/>
              <a:t>stb</a:t>
            </a:r>
            <a:endParaRPr lang="hu-HU" dirty="0"/>
          </a:p>
          <a:p>
            <a:r>
              <a:rPr lang="hu-HU" dirty="0"/>
              <a:t>Irodalom: a külső forrásokat a dokumentáció végén tüntettük fel, de ide mondunk néhány példát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2655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1986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Frontend UX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8541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bemutatása </a:t>
            </a:r>
          </a:p>
          <a:p>
            <a:r>
              <a:rPr lang="hu-HU" dirty="0" err="1"/>
              <a:t>Reg</a:t>
            </a:r>
            <a:r>
              <a:rPr lang="hu-HU" dirty="0"/>
              <a:t>, login, workspace </a:t>
            </a:r>
            <a:r>
              <a:rPr lang="hu-HU" dirty="0" err="1"/>
              <a:t>crud</a:t>
            </a:r>
            <a:r>
              <a:rPr lang="hu-HU" dirty="0"/>
              <a:t>, show </a:t>
            </a:r>
            <a:r>
              <a:rPr lang="hu-HU" dirty="0" err="1"/>
              <a:t>inside</a:t>
            </a:r>
            <a:r>
              <a:rPr lang="hu-HU" dirty="0"/>
              <a:t>: </a:t>
            </a:r>
            <a:r>
              <a:rPr lang="hu-HU" dirty="0" err="1"/>
              <a:t>crud</a:t>
            </a:r>
            <a:r>
              <a:rPr lang="hu-HU" dirty="0"/>
              <a:t>, tagek; </a:t>
            </a:r>
            <a:r>
              <a:rPr lang="hu-HU" dirty="0" err="1"/>
              <a:t>settings</a:t>
            </a:r>
            <a:r>
              <a:rPr lang="hu-HU" dirty="0"/>
              <a:t>, ….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5277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Itt válaszolni kell a kérdésekre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FF00D-BEC8-47F1-A840-BF1C5ACB4863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866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1AEFDF-590C-EB22-866D-520F0167C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BFFF36D-B9E8-874C-B61A-98BFDA9C7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6D0D5D-5B89-B239-6FAA-4AEC538D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F6F8887-4444-1260-BD5B-2A4796EC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62C937-D569-B96B-4A5C-F5C4DDDD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352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39DCB4-EDA3-F2E9-0121-8B6B47F5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41A09C-6655-B997-9DEB-0D140D603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BD1B6A-A8DE-E5CA-9130-DB7D0BA6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60E434-CB15-0D72-52AE-A7D4C4AD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04D799-504B-F1F0-623C-27D8BE86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145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7D3588-8171-D714-5AFE-E22F334C7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F01E7F-3635-67C2-AEEE-E9F910E1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A69E29-0F2A-4257-53F2-124F9FCE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34333BB-2B46-ADED-848A-9B5596F7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71261FB-E41A-6F7C-761E-A6BECC10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106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848AD7-062B-42D9-4907-7F701880F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C18700-5EA2-6C61-0FD2-1308E4A89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12506BB-D555-E98D-752E-656C8EA91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0ADF1F6-1429-DBB2-3213-585DADE7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77397BA-DC74-0405-6259-793A185D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146A395-125A-F811-62CE-91BFD084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337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A24A48-904D-7523-39DA-A41F4DB7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119EF0-04E3-6D53-F122-E9443F11F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D0CA38A-330F-7A82-E36F-8C61B07EF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2E376F6-9287-4191-3F34-CA2305EA3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F03CB97-5779-7C46-A5D2-B91500510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C46806F-2B91-1144-9749-A75CECE2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DC2D6EC-7B6C-1265-64D0-25FF2637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A39A3C4-19F9-C4BD-E82C-E5D07F91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884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6EC68D-5A3D-D10F-FAF8-E6042AF0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8CF6D4-AE05-FB4B-B399-D7E5D9AA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8293273-6DF0-B2ED-82AC-15ECD3C8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125A487-3717-E8C9-22C8-E9F0AEA2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803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BFC317E-D693-5E22-2EDE-E5D09D16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5E867AF-3940-8BA7-C1A9-8147F7DF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1F36167-1E25-8824-9E10-AB3BBF63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781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DA450F-92D4-1ADA-1726-4B7F51C3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820424-E3B6-9D96-ED33-6B062998A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C749F7C-7854-9620-B0E5-075055354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4BBC621-33AD-DEDB-3029-94279B0F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5CBE0A6-920D-2AB3-5A6B-4FC9EFB5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2BBF6E7-DB5E-DF2E-A5EF-8D4EA4C8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977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BE886F-9D19-C74D-E2E4-B1867F59B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4B87800-EEE6-9C8D-9188-A3D977E96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5C1ABDB-5BC1-2C40-5C76-D7A8CC448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4BCFDF1-E903-5591-D9BD-B7C86C44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DC10F6B-6BA6-24CF-CA9D-1EF9166E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BEED115-928C-E401-C73A-D5DF1B8E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038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58ADF0-7536-ECEE-302B-837EE613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25EF93C-7F80-1CC2-241A-24DB9A590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250295C-CAA9-6C5D-9A79-F735F119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14A9D40-A3AB-3405-ED9D-890F80DA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15B9FD-CE3F-1176-A24C-BBFBCDE5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301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B8C3777-5AC4-BB2E-6064-BDDF0CA60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481F16A-7B73-FB84-CDD1-2336B49B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CB8A11-BDB5-43B5-1875-B4505FF5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A896DD-A955-65D1-7700-C47D7372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46E66DA-7C39-156C-5255-DA34B2A5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7283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F8561CF2-F8AE-A7D7-5984-D1667514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F6BBD2F-9FE9-5730-1909-E14158F1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BA2D58F-D5D3-2BA0-D11A-A2B417EA7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25D78-F6BA-4A40-B947-89B38B6725AC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ED26303-C133-5BB7-DFA1-692D8C5B8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DCE8038-8CFB-467A-6B68-83833A417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EAE8B-6410-450F-AE37-E94E7A8E74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185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18/10/relationships/comments" Target="../comments/modernComment_106_D1F6179F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3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3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35E1528-F85F-3E37-5D23-0F25343A6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4609" y="575118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hu-HU" sz="4000" dirty="0">
                <a:solidFill>
                  <a:schemeClr val="tx2"/>
                </a:solidFill>
              </a:rPr>
              <a:t>Graphlet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4DF010E-8E22-C04E-6A79-D8A2CE770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6654" y="2245222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hu-HU" sz="2000" dirty="0">
                <a:solidFill>
                  <a:schemeClr val="tx2"/>
                </a:solidFill>
              </a:rPr>
              <a:t>Demeter Áron 13.d</a:t>
            </a:r>
          </a:p>
          <a:p>
            <a:pPr algn="l"/>
            <a:r>
              <a:rPr lang="hu-HU" sz="2000" dirty="0">
                <a:solidFill>
                  <a:schemeClr val="tx2"/>
                </a:solidFill>
              </a:rPr>
              <a:t>Fekete Zsombor 13.d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019A4B-82B5-A897-9D97-037939089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470" y="1825674"/>
            <a:ext cx="4141760" cy="4121051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2" name="Group 103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3" name="Freeform: Shape 103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60FBCE8A-F9AC-2CB8-BD48-D8A2AA01A1BF}"/>
              </a:ext>
            </a:extLst>
          </p:cNvPr>
          <p:cNvSpPr txBox="1"/>
          <p:nvPr/>
        </p:nvSpPr>
        <p:spPr>
          <a:xfrm>
            <a:off x="6897860" y="4801011"/>
            <a:ext cx="4043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BMSzC</a:t>
            </a:r>
            <a:r>
              <a:rPr lang="hu-HU" dirty="0"/>
              <a:t> Bolyai János Műszaki Technikum és Kollégium</a:t>
            </a:r>
          </a:p>
          <a:p>
            <a:endParaRPr lang="hu-HU" dirty="0"/>
          </a:p>
          <a:p>
            <a:r>
              <a:rPr lang="hu-HU" dirty="0"/>
              <a:t>Konzulensek: Dorogházi Donát, Gombos Szabolcs</a:t>
            </a:r>
          </a:p>
        </p:txBody>
      </p:sp>
    </p:spTree>
    <p:extLst>
      <p:ext uri="{BB962C8B-B14F-4D97-AF65-F5344CB8AC3E}">
        <p14:creationId xmlns:p14="http://schemas.microsoft.com/office/powerpoint/2010/main" val="151758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B41C63-AE7C-0F9D-4A9F-9FFE7C61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Bevezetés, motiváció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D803774C-8B66-F56D-B5F1-9F9CC07E5B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239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C5704F3-B9AC-9EB3-B31D-DDF62D2F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hu-HU" sz="2800">
                <a:solidFill>
                  <a:srgbClr val="FFFFFF"/>
                </a:solidFill>
              </a:rPr>
              <a:t>Munkamegosztás</a:t>
            </a:r>
          </a:p>
        </p:txBody>
      </p:sp>
      <p:graphicFrame>
        <p:nvGraphicFramePr>
          <p:cNvPr id="12" name="Tartalom helye 2">
            <a:extLst>
              <a:ext uri="{FF2B5EF4-FFF2-40B4-BE49-F238E27FC236}">
                <a16:creationId xmlns:a16="http://schemas.microsoft.com/office/drawing/2014/main" id="{E6BBEEC4-B88B-4411-E5E4-D66387E03C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28682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225660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561042-A5C6-629A-9937-D2E0FCD2FF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010" b="67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E019FE-9D29-C835-C0F6-46EE588D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dirty="0"/>
              <a:t>Tervezés, </a:t>
            </a:r>
            <a:r>
              <a:rPr lang="hu-HU" dirty="0" err="1"/>
              <a:t>tech</a:t>
            </a:r>
            <a:r>
              <a:rPr lang="hu-HU" dirty="0"/>
              <a:t> </a:t>
            </a:r>
            <a:r>
              <a:rPr lang="hu-HU" dirty="0" err="1"/>
              <a:t>stack</a:t>
            </a:r>
            <a:endParaRPr lang="hu-HU" dirty="0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33762BE0-9FA1-C963-2942-EB66CCA45C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191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49696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FEDE69B-CFC7-2099-22BC-0029F212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Tervezés és irodalom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EEE5EC-5E37-94F2-ED96-4273D08D3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/>
              <a:t>StackOverflow</a:t>
            </a:r>
            <a:endParaRPr lang="en-US" sz="2000" dirty="0"/>
          </a:p>
          <a:p>
            <a:r>
              <a:rPr lang="en-US" sz="2000" dirty="0"/>
              <a:t>Microsoft </a:t>
            </a:r>
            <a:r>
              <a:rPr lang="en-US" sz="2000" dirty="0" err="1"/>
              <a:t>hivatalos</a:t>
            </a:r>
            <a:r>
              <a:rPr lang="en-US" sz="2000" dirty="0"/>
              <a:t> </a:t>
            </a:r>
            <a:r>
              <a:rPr lang="en-US" sz="2000" dirty="0" err="1"/>
              <a:t>dokumentáció</a:t>
            </a:r>
            <a:endParaRPr lang="en-US" sz="2000" dirty="0"/>
          </a:p>
          <a:p>
            <a:r>
              <a:rPr lang="en-US" sz="2000" dirty="0" err="1"/>
              <a:t>Wikipédia</a:t>
            </a:r>
            <a:endParaRPr lang="en-US" sz="2000" dirty="0"/>
          </a:p>
          <a:p>
            <a:r>
              <a:rPr lang="en-US" sz="2000" dirty="0"/>
              <a:t>React </a:t>
            </a:r>
            <a:r>
              <a:rPr lang="en-US" sz="2000" dirty="0" err="1"/>
              <a:t>dokumentáció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2C793084-BCD9-0157-88EE-AC5755D2C5DB}"/>
              </a:ext>
            </a:extLst>
          </p:cNvPr>
          <p:cNvSpPr txBox="1">
            <a:spLocks/>
          </p:cNvSpPr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Whiteboard</a:t>
            </a:r>
          </a:p>
          <a:p>
            <a:r>
              <a:rPr lang="en-US" sz="2000"/>
              <a:t>Figma </a:t>
            </a:r>
          </a:p>
          <a:p>
            <a:r>
              <a:rPr lang="en-US" sz="2000"/>
              <a:t>JetBrains IDE-k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2187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C89C928-EBFF-0E0F-FFC3-5A60E991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Funkciók</a:t>
            </a:r>
            <a:endParaRPr lang="en-US" sz="3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66DDDC-A7D3-072C-472D-0B594DE4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332" y="1412489"/>
            <a:ext cx="3326812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Backend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 err="1"/>
              <a:t>Felhasználok</a:t>
            </a:r>
            <a:r>
              <a:rPr lang="en-US" sz="1800" dirty="0"/>
              <a:t> </a:t>
            </a:r>
            <a:r>
              <a:rPr lang="en-US" sz="1800" dirty="0" err="1"/>
              <a:t>kezelése</a:t>
            </a:r>
            <a:endParaRPr lang="en-US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Workspace</a:t>
            </a:r>
            <a:r>
              <a:rPr lang="hu-HU" sz="1800" dirty="0"/>
              <a:t>-ek kezelése</a:t>
            </a:r>
            <a:endParaRPr lang="en-US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Per User workspace access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Élő WebSocket </a:t>
            </a:r>
            <a:r>
              <a:rPr lang="en-US" sz="1800" dirty="0" err="1"/>
              <a:t>alapú</a:t>
            </a:r>
            <a:r>
              <a:rPr lang="en-US" sz="1800" dirty="0"/>
              <a:t> </a:t>
            </a:r>
            <a:r>
              <a:rPr lang="en-US" sz="1800" dirty="0" err="1"/>
              <a:t>szerkesztes</a:t>
            </a:r>
            <a:endParaRPr lang="en-US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hu-HU" sz="1800" dirty="0"/>
              <a:t>Beállítások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u-HU" sz="1800" dirty="0"/>
              <a:t>Adatbázis</a:t>
            </a:r>
            <a:endParaRPr lang="en-US" sz="1800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8608E6C2-BF97-D325-8359-63D4585364E6}"/>
              </a:ext>
            </a:extLst>
          </p:cNvPr>
          <p:cNvSpPr txBox="1">
            <a:spLocks/>
          </p:cNvSpPr>
          <p:nvPr/>
        </p:nvSpPr>
        <p:spPr>
          <a:xfrm>
            <a:off x="8451603" y="1412489"/>
            <a:ext cx="332681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Frontend</a:t>
            </a:r>
            <a:endParaRPr lang="en-US" sz="1800" dirty="0"/>
          </a:p>
          <a:p>
            <a:pPr lvl="1"/>
            <a:r>
              <a:rPr lang="en-US" sz="1800" dirty="0" err="1"/>
              <a:t>Regisztráció</a:t>
            </a:r>
            <a:r>
              <a:rPr lang="en-US" sz="1800" dirty="0"/>
              <a:t>/ </a:t>
            </a:r>
            <a:r>
              <a:rPr lang="en-US" sz="1800" dirty="0" err="1"/>
              <a:t>Bejelentkezés</a:t>
            </a:r>
            <a:endParaRPr lang="en-US" sz="1800" dirty="0"/>
          </a:p>
          <a:p>
            <a:pPr lvl="1"/>
            <a:r>
              <a:rPr lang="en-US" sz="1800" dirty="0" err="1"/>
              <a:t>Saját</a:t>
            </a:r>
            <a:r>
              <a:rPr lang="en-US" sz="1800" dirty="0"/>
              <a:t> </a:t>
            </a:r>
            <a:r>
              <a:rPr lang="en-US" sz="1800" dirty="0" err="1"/>
              <a:t>Workspacek</a:t>
            </a:r>
            <a:endParaRPr lang="en-US" sz="1800" dirty="0"/>
          </a:p>
          <a:p>
            <a:pPr lvl="2"/>
            <a:r>
              <a:rPr lang="en-US" sz="1800" dirty="0"/>
              <a:t>CRUD</a:t>
            </a:r>
          </a:p>
          <a:p>
            <a:pPr lvl="2"/>
            <a:r>
              <a:rPr lang="en-US" sz="1800" dirty="0" err="1"/>
              <a:t>Címkék</a:t>
            </a:r>
            <a:endParaRPr lang="en-US" sz="1800" dirty="0"/>
          </a:p>
          <a:p>
            <a:pPr lvl="1"/>
            <a:r>
              <a:rPr lang="en-US" sz="1800" dirty="0" err="1"/>
              <a:t>Beállítások</a:t>
            </a:r>
            <a:endParaRPr lang="en-US" sz="1800" dirty="0"/>
          </a:p>
          <a:p>
            <a:pPr lvl="2"/>
            <a:r>
              <a:rPr lang="en-US" sz="1800" dirty="0" err="1"/>
              <a:t>Szervezetek</a:t>
            </a:r>
            <a:endParaRPr lang="en-US" sz="1800" dirty="0"/>
          </a:p>
          <a:p>
            <a:pPr lvl="2"/>
            <a:r>
              <a:rPr lang="en-US" sz="1800" dirty="0" err="1"/>
              <a:t>Meghívók</a:t>
            </a:r>
            <a:endParaRPr lang="en-US" sz="1800" dirty="0"/>
          </a:p>
          <a:p>
            <a:pPr lvl="2"/>
            <a:r>
              <a:rPr lang="en-US" sz="1800" dirty="0" err="1"/>
              <a:t>Profil</a:t>
            </a:r>
            <a:endParaRPr lang="en-US" sz="1800" dirty="0"/>
          </a:p>
          <a:p>
            <a:pPr lvl="1"/>
            <a:r>
              <a:rPr lang="en-US" sz="1800" dirty="0" err="1"/>
              <a:t>Kilépés</a:t>
            </a:r>
            <a:endParaRPr lang="en-US" sz="18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310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887A7FB-4A1D-7B82-AEE4-8A0020D1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Funkciók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0AC1DDE-57A9-B62A-CC89-946BA196B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37851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484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amera objektívje közelről">
            <a:extLst>
              <a:ext uri="{FF2B5EF4-FFF2-40B4-BE49-F238E27FC236}">
                <a16:creationId xmlns:a16="http://schemas.microsoft.com/office/drawing/2014/main" id="{E0C09006-3B5E-7F99-6F23-1CEFB4A6B6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AF69DA-0558-4D7C-47DC-7F315E11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App demo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1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5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EF6D9E-1C54-A231-D374-7DBAAEC47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484" y="2312894"/>
            <a:ext cx="4558652" cy="3535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Kitekintés</a:t>
            </a:r>
            <a:endParaRPr lang="hu-HU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Stabil </a:t>
            </a:r>
            <a:r>
              <a:rPr lang="en-US" sz="2000" dirty="0" err="1"/>
              <a:t>és</a:t>
            </a:r>
            <a:r>
              <a:rPr lang="en-US" sz="2000" dirty="0"/>
              <a:t> </a:t>
            </a:r>
            <a:r>
              <a:rPr lang="en-US" sz="2000" dirty="0" err="1"/>
              <a:t>működőképes</a:t>
            </a:r>
            <a:endParaRPr lang="en-US" sz="2000" dirty="0"/>
          </a:p>
          <a:p>
            <a:r>
              <a:rPr lang="en-US" sz="2000" dirty="0" err="1"/>
              <a:t>Skálázható</a:t>
            </a:r>
            <a:endParaRPr lang="en-US" sz="2000" dirty="0"/>
          </a:p>
          <a:p>
            <a:endParaRPr lang="en-US" sz="2000" dirty="0"/>
          </a:p>
        </p:txBody>
      </p:sp>
      <p:cxnSp>
        <p:nvCxnSpPr>
          <p:cNvPr id="23" name="Straight Connector 17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6631812A-4A87-F798-6E50-78CEDDA2FFAD}"/>
              </a:ext>
            </a:extLst>
          </p:cNvPr>
          <p:cNvSpPr txBox="1"/>
          <p:nvPr/>
        </p:nvSpPr>
        <p:spPr>
          <a:xfrm>
            <a:off x="6256865" y="2312894"/>
            <a:ext cx="4292594" cy="29597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 err="1"/>
              <a:t>Továbbfejlesztési</a:t>
            </a:r>
            <a:r>
              <a:rPr lang="en-US" sz="2400" dirty="0"/>
              <a:t> </a:t>
            </a:r>
            <a:r>
              <a:rPr lang="en-US" sz="2400" dirty="0" err="1"/>
              <a:t>lehetőségek</a:t>
            </a:r>
            <a:endParaRPr lang="en-US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u-HU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Landing page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Több</a:t>
            </a:r>
            <a:r>
              <a:rPr lang="en-US" sz="2000" dirty="0"/>
              <a:t> </a:t>
            </a:r>
            <a:r>
              <a:rPr lang="en-US" sz="2000" dirty="0" err="1"/>
              <a:t>nyelv</a:t>
            </a:r>
            <a:endParaRPr lang="en-US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Témák</a:t>
            </a:r>
            <a:endParaRPr lang="hu-HU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Exportálás</a:t>
            </a:r>
            <a:endParaRPr lang="en-US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Oauth</a:t>
            </a:r>
            <a:endParaRPr lang="hu-HU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AI eszközök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673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BB3160-4A90-276F-1E77-106137353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endParaRPr lang="hu-HU">
              <a:solidFill>
                <a:schemeClr val="bg1"/>
              </a:solidFill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12E05C4-569B-259E-EE36-7EAF29AA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hu-HU" sz="3200" dirty="0">
                <a:solidFill>
                  <a:schemeClr val="bg1"/>
                </a:solidFill>
              </a:rPr>
              <a:t>Köszönjük a figyelmet, várjuk a kérdéseket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6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35095407F540EA49ACC40E69664C31C2" ma:contentTypeVersion="17" ma:contentTypeDescription="Új dokumentum létrehozása." ma:contentTypeScope="" ma:versionID="33d22afc3231c2f6a80269557dab7f9c">
  <xsd:schema xmlns:xsd="http://www.w3.org/2001/XMLSchema" xmlns:xs="http://www.w3.org/2001/XMLSchema" xmlns:p="http://schemas.microsoft.com/office/2006/metadata/properties" xmlns:ns3="b98bec71-e0ac-4349-8867-2b48f6facdc5" xmlns:ns4="4760a567-29cc-4601-88f5-8c60481c5308" targetNamespace="http://schemas.microsoft.com/office/2006/metadata/properties" ma:root="true" ma:fieldsID="971a28070029abfce0705748bd1f096e" ns3:_="" ns4:_="">
    <xsd:import namespace="b98bec71-e0ac-4349-8867-2b48f6facdc5"/>
    <xsd:import namespace="4760a567-29cc-4601-88f5-8c60481c530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bec71-e0ac-4349-8867-2b48f6facd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Megosztási tipp kivonat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60a567-29cc-4601-88f5-8c60481c53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60a567-29cc-4601-88f5-8c60481c5308" xsi:nil="true"/>
  </documentManagement>
</p:properties>
</file>

<file path=customXml/itemProps1.xml><?xml version="1.0" encoding="utf-8"?>
<ds:datastoreItem xmlns:ds="http://schemas.openxmlformats.org/officeDocument/2006/customXml" ds:itemID="{73E46273-6E27-4C7D-BD10-47CCD2860C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8bec71-e0ac-4349-8867-2b48f6facdc5"/>
    <ds:schemaRef ds:uri="4760a567-29cc-4601-88f5-8c60481c53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0CF241-BFF3-4FEA-BDCE-CBA6ED7C4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97CB8C-95F3-41C1-81A3-BF289D481E41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4760a567-29cc-4601-88f5-8c60481c5308"/>
    <ds:schemaRef ds:uri="b98bec71-e0ac-4349-8867-2b48f6facdc5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2629</TotalTime>
  <Words>335</Words>
  <Application>Microsoft Office PowerPoint</Application>
  <PresentationFormat>Szélesvásznú</PresentationFormat>
  <Paragraphs>97</Paragraphs>
  <Slides>10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Office-téma</vt:lpstr>
      <vt:lpstr>Graphlet</vt:lpstr>
      <vt:lpstr>Bevezetés, motiváció</vt:lpstr>
      <vt:lpstr>Munkamegosztás</vt:lpstr>
      <vt:lpstr>Tervezés, tech stack</vt:lpstr>
      <vt:lpstr>Tervezés és irodalom</vt:lpstr>
      <vt:lpstr>Funkciók</vt:lpstr>
      <vt:lpstr>Funkciók</vt:lpstr>
      <vt:lpstr>App demo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Fekete Zsombor</dc:creator>
  <cp:lastModifiedBy>Fekete Zsombor</cp:lastModifiedBy>
  <cp:revision>4</cp:revision>
  <dcterms:created xsi:type="dcterms:W3CDTF">2026-02-12T09:47:45Z</dcterms:created>
  <dcterms:modified xsi:type="dcterms:W3CDTF">2026-04-17T08:50:02Z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0x01010035095407F540EA49ACC40E69664C31C2</vt:lpwstr>
  </property>
</Properties>
</file>