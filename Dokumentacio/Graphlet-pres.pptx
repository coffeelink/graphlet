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75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B1AEFDF-590C-EB22-866D-520F0167C2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6BFFF36D-B9E8-874C-B61A-98BFDA9C7F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36D0D5D-5B89-B239-6FAA-4AEC538D8D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B25D78-F6BA-4A40-B947-89B38B6725AC}" type="datetimeFigureOut">
              <a:rPr lang="hu-HU" smtClean="0"/>
              <a:t>2026. 02. 12.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F6F8887-4444-1260-BD5B-2A4796EC9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A62C937-D569-B96B-4A5C-F5C4DDDDA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EAE8B-6410-450F-AE37-E94E7A8E74F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435278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C39DCB4-EDA3-F2E9-0121-8B6B47F52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A41A09C-6655-B997-9DEB-0D140D6032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DBD1B6A-A8DE-E5CA-9130-DB7D0BA62E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B25D78-F6BA-4A40-B947-89B38B6725AC}" type="datetimeFigureOut">
              <a:rPr lang="hu-HU" smtClean="0"/>
              <a:t>2026. 02. 12.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D60E434-CB15-0D72-52AE-A7D4C4AD2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BB04D799-504B-F1F0-623C-27D8BE866B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EAE8B-6410-450F-AE37-E94E7A8E74F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414539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B7D3588-8171-D714-5AFE-E22F334C7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01F01E7F-3635-67C2-AEEE-E9F910E1C6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35A69E29-0F2A-4257-53F2-124F9FCE0C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B25D78-F6BA-4A40-B947-89B38B6725AC}" type="datetimeFigureOut">
              <a:rPr lang="hu-HU" smtClean="0"/>
              <a:t>2026. 02. 12.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D34333BB-2B46-ADED-848A-9B5596F740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71261FB-E41A-6F7C-761E-A6BECC10D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EAE8B-6410-450F-AE37-E94E7A8E74F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810623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E848AD7-062B-42D9-4907-7F701880F1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0C18700-5EA2-6C61-0FD2-1308E4A894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F12506BB-D555-E98D-752E-656C8EA91C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C0ADF1F6-1429-DBB2-3213-585DADE761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B25D78-F6BA-4A40-B947-89B38B6725AC}" type="datetimeFigureOut">
              <a:rPr lang="hu-HU" smtClean="0"/>
              <a:t>2026. 02. 12.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A77397BA-DC74-0405-6259-793A185DC8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3146A395-125A-F811-62CE-91BFD084A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EAE8B-6410-450F-AE37-E94E7A8E74F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533780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0A24A48-904D-7523-39DA-A41F4DB73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2119EF0-04E3-6D53-F122-E9443F11F1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6D0CA38A-330F-7A82-E36F-8C61B07EF3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92E376F6-9287-4191-3F34-CA2305EA3C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2F03CB97-5779-7C46-A5D2-B915005109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1C46806F-2B91-1144-9749-A75CECE200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B25D78-F6BA-4A40-B947-89B38B6725AC}" type="datetimeFigureOut">
              <a:rPr lang="hu-HU" smtClean="0"/>
              <a:t>2026. 02. 12.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DDC2D6EC-7B6C-1265-64D0-25FF26377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3A39A3C4-19F9-C4BD-E82C-E5D07F91F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EAE8B-6410-450F-AE37-E94E7A8E74F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988445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E6EC68D-5A3D-D10F-FAF8-E6042AF0E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9F8CF6D4-AE05-FB4B-B399-D7E5D9AAC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B25D78-F6BA-4A40-B947-89B38B6725AC}" type="datetimeFigureOut">
              <a:rPr lang="hu-HU" smtClean="0"/>
              <a:t>2026. 02. 12.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B8293273-6DF0-B2ED-82AC-15ECD3C8D0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8125A487-3717-E8C9-22C8-E9F0AEA27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EAE8B-6410-450F-AE37-E94E7A8E74F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68038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BBFC317E-D693-5E22-2EDE-E5D09D16EB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B25D78-F6BA-4A40-B947-89B38B6725AC}" type="datetimeFigureOut">
              <a:rPr lang="hu-HU" smtClean="0"/>
              <a:t>2026. 02. 12.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85E867AF-3940-8BA7-C1A9-8147F7DF0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01F36167-1E25-8824-9E10-AB3BBF632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EAE8B-6410-450F-AE37-E94E7A8E74F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378170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ADA450F-92D4-1ADA-1726-4B7F51C373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1820424-E3B6-9D96-ED33-6B062998A6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1C749F7C-7854-9620-B0E5-075055354A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A4BBC621-33AD-DEDB-3029-94279B0F1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B25D78-F6BA-4A40-B947-89B38B6725AC}" type="datetimeFigureOut">
              <a:rPr lang="hu-HU" smtClean="0"/>
              <a:t>2026. 02. 12.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45CBE0A6-920D-2AB3-5A6B-4FC9EFB5FD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2BBF6E7-DB5E-DF2E-A5EF-8D4EA4C81F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EAE8B-6410-450F-AE37-E94E7A8E74F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997764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DBE886F-9D19-C74D-E2E4-B1867F59B2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E4B87800-EEE6-9C8D-9188-A3D977E96C2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F5C1ABDB-5BC1-2C40-5C76-D7A8CC448B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E4BCFDF1-E903-5591-D9BD-B7C86C440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B25D78-F6BA-4A40-B947-89B38B6725AC}" type="datetimeFigureOut">
              <a:rPr lang="hu-HU" smtClean="0"/>
              <a:t>2026. 02. 12.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4DC10F6B-6BA6-24CF-CA9D-1EF9166E5E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ABEED115-928C-E401-C73A-D5DF1B8E35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EAE8B-6410-450F-AE37-E94E7A8E74F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803859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858ADF0-7536-ECEE-302B-837EE613DF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425EF93C-7F80-1CC2-241A-24DB9A5902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250295C-CAA9-6C5D-9A79-F735F11927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B25D78-F6BA-4A40-B947-89B38B6725AC}" type="datetimeFigureOut">
              <a:rPr lang="hu-HU" smtClean="0"/>
              <a:t>2026. 02. 12.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14A9D40-A3AB-3405-ED9D-890F80DA1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115B9FD-CE3F-1176-A24C-BBFBCDE5A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EAE8B-6410-450F-AE37-E94E7A8E74F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130165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BB8C3777-5AC4-BB2E-6064-BDDF0CA607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E481F16A-7B73-FB84-CDD1-2336B49B1E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DCB8A11-BDB5-43B5-1875-B4505FF52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B25D78-F6BA-4A40-B947-89B38B6725AC}" type="datetimeFigureOut">
              <a:rPr lang="hu-HU" smtClean="0"/>
              <a:t>2026. 02. 12.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DA896DD-A955-65D1-7700-C47D737288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546E66DA-7C39-156C-5255-DA34B2A5D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EAE8B-6410-450F-AE37-E94E7A8E74F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072831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F8561CF2-F8AE-A7D7-5984-D16675144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FF6BBD2F-9FE9-5730-1909-E14158F109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BA2D58F-D5D3-2BA0-D11A-A2B417EA79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B25D78-F6BA-4A40-B947-89B38B6725AC}" type="datetimeFigureOut">
              <a:rPr lang="hu-HU" smtClean="0"/>
              <a:t>2026. 02. 12.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ED26303-C133-5BB7-DFA1-692D8C5B8E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DCE8038-8CFB-467A-6B68-83833A4170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1EAE8B-6410-450F-AE37-E94E7A8E74F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218537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35E1528-F85F-3E37-5D23-0F25343A6B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Graphlet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4DF010E-8E22-C04E-6A79-D8A2CE7704A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Demeter Áron 13.d</a:t>
            </a:r>
          </a:p>
          <a:p>
            <a:r>
              <a:rPr lang="hu-HU" dirty="0"/>
              <a:t>Fekete Zsombor 13.d</a:t>
            </a:r>
          </a:p>
        </p:txBody>
      </p:sp>
    </p:spTree>
    <p:extLst>
      <p:ext uri="{BB962C8B-B14F-4D97-AF65-F5344CB8AC3E}">
        <p14:creationId xmlns:p14="http://schemas.microsoft.com/office/powerpoint/2010/main" val="15175873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FEDE69B-CFC7-2099-22BC-0029F212F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BEEE5EC-5E37-94F2-ED96-4273D08D33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218780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C89C928-EBFF-0E0F-FFC3-5A60E991B4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E66DDDC-A7D3-072C-472D-0B594DE42C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13102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887A7FB-4A1D-7B82-AEE4-8A0020D134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C1FD03E-7C17-3D7C-3415-8F745930AF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748493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EAF69DA-0558-4D7C-47DC-7F315E110B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DF9C997-73CD-AA29-00F0-E03595A004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02196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</Words>
  <Application>Microsoft Office PowerPoint</Application>
  <PresentationFormat>Szélesvásznú</PresentationFormat>
  <Paragraphs>3</Paragraphs>
  <Slides>5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Office-téma</vt:lpstr>
      <vt:lpstr>Graphlet</vt:lpstr>
      <vt:lpstr>PowerPoint-bemutató</vt:lpstr>
      <vt:lpstr>PowerPoint-bemutató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Fekete Zsombor</dc:creator>
  <cp:lastModifiedBy>Fekete Zsombor</cp:lastModifiedBy>
  <cp:revision>1</cp:revision>
  <dcterms:created xsi:type="dcterms:W3CDTF">2026-02-12T09:47:45Z</dcterms:created>
  <dcterms:modified xsi:type="dcterms:W3CDTF">2026-02-12T09:48:17Z</dcterms:modified>
</cp:coreProperties>
</file>